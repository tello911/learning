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47"/>
  </p:notesMasterIdLst>
  <p:sldIdLst>
    <p:sldId id="280" r:id="rId5"/>
    <p:sldId id="282" r:id="rId6"/>
    <p:sldId id="258" r:id="rId7"/>
    <p:sldId id="2147309252" r:id="rId8"/>
    <p:sldId id="2147309255" r:id="rId9"/>
    <p:sldId id="283" r:id="rId10"/>
    <p:sldId id="2147309256" r:id="rId11"/>
    <p:sldId id="265" r:id="rId12"/>
    <p:sldId id="2147309251" r:id="rId13"/>
    <p:sldId id="266" r:id="rId14"/>
    <p:sldId id="2147309300" r:id="rId15"/>
    <p:sldId id="311" r:id="rId16"/>
    <p:sldId id="284" r:id="rId17"/>
    <p:sldId id="285" r:id="rId18"/>
    <p:sldId id="286" r:id="rId19"/>
    <p:sldId id="312" r:id="rId20"/>
    <p:sldId id="313" r:id="rId21"/>
    <p:sldId id="287" r:id="rId22"/>
    <p:sldId id="288" r:id="rId23"/>
    <p:sldId id="289" r:id="rId24"/>
    <p:sldId id="290" r:id="rId25"/>
    <p:sldId id="292" r:id="rId26"/>
    <p:sldId id="291" r:id="rId27"/>
    <p:sldId id="293" r:id="rId28"/>
    <p:sldId id="295" r:id="rId29"/>
    <p:sldId id="294" r:id="rId30"/>
    <p:sldId id="296" r:id="rId31"/>
    <p:sldId id="298" r:id="rId32"/>
    <p:sldId id="2147309305" r:id="rId33"/>
    <p:sldId id="304" r:id="rId34"/>
    <p:sldId id="297" r:id="rId35"/>
    <p:sldId id="299" r:id="rId36"/>
    <p:sldId id="300" r:id="rId37"/>
    <p:sldId id="301" r:id="rId38"/>
    <p:sldId id="302" r:id="rId39"/>
    <p:sldId id="2147309302" r:id="rId40"/>
    <p:sldId id="309" r:id="rId41"/>
    <p:sldId id="2147309303" r:id="rId42"/>
    <p:sldId id="2147309304" r:id="rId43"/>
    <p:sldId id="314" r:id="rId44"/>
    <p:sldId id="2147309307" r:id="rId45"/>
    <p:sldId id="2147309308" r:id="rId4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727">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0" roundtripDataSignature="AMtx7mjsJ0DFRUGHn9dA4hmnZbDreprbg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723A2D-73E7-1989-6EC5-4F20C1DFEB52}" name="Lee Jing Heng" initials="" userId="S::jh.lee@quandatics.com::10daa497-05fb-433f-a520-9d3badeec2fb" providerId="AD"/>
  <p188:author id="{7D889943-3BD2-1878-232E-541B2213F77A}" name="Jaden Teo" initials="" userId="S::jaden.teo@quandatics.com::c64c51e7-cb36-4d33-9648-9b7fb0997962" providerId="AD"/>
  <p188:author id="{990529DE-0B08-7A4B-2CC9-8EC3C5A4BCC5}" name="Xinyi Ching" initials="XC" userId="cc4029a27b1658b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F0000"/>
    <a:srgbClr val="FFFFFF"/>
    <a:srgbClr val="D52F2E"/>
    <a:srgbClr val="1E447E"/>
    <a:srgbClr val="F36C71"/>
    <a:srgbClr val="D22E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41026C-8E71-C84E-361D-8AB64EFCD84A}" v="127" dt="2025-06-16T07:55:09.921"/>
    <p1510:client id="{461CAEDB-EB32-26FD-9DD8-A205792A3DBC}" v="92" dt="2025-06-16T02:47:55.117"/>
    <p1510:client id="{7B854A84-7A9B-12A5-CC67-C6E7A2A1AA44}" v="248" dt="2025-06-16T02:38:24.613"/>
    <p1510:client id="{BAAEE04C-1571-CB1F-C3A9-EFDFE038F92E}" v="682" dt="2025-06-16T07:51:39.997"/>
    <p1510:client id="{D42D9DDD-CB94-7F72-6D77-E88A1D4A34FB}" v="254" dt="2025-06-16T02:40:57.741"/>
    <p1510:client id="{E15A13BA-2A6C-42E1-7848-CE083A7EE069}" v="27" dt="2025-06-16T02:24:01.2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727"/>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66" Type="http://schemas.microsoft.com/office/2018/10/relationships/authors" Target="authors.xml"/><Relationship Id="rId5" Type="http://schemas.openxmlformats.org/officeDocument/2006/relationships/slide" Target="slides/slide1.xml"/><Relationship Id="rId61"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60" Type="http://customschemas.google.com/relationships/presentationmetadata" Target="metadata"/><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64"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s>
</file>

<file path=ppt/diagrams/_rels/data1.xml.rels><?xml version="1.0" encoding="UTF-8" standalone="yes"?>
<Relationships xmlns="http://schemas.openxmlformats.org/package/2006/relationships"><Relationship Id="rId8" Type="http://schemas.openxmlformats.org/officeDocument/2006/relationships/image" Target="../media/image126.svg"/><Relationship Id="rId3" Type="http://schemas.openxmlformats.org/officeDocument/2006/relationships/image" Target="../media/image121.png"/><Relationship Id="rId7" Type="http://schemas.openxmlformats.org/officeDocument/2006/relationships/image" Target="../media/image125.png"/><Relationship Id="rId12" Type="http://schemas.openxmlformats.org/officeDocument/2006/relationships/image" Target="../media/image130.svg"/><Relationship Id="rId2" Type="http://schemas.openxmlformats.org/officeDocument/2006/relationships/image" Target="../media/image120.svg"/><Relationship Id="rId1" Type="http://schemas.openxmlformats.org/officeDocument/2006/relationships/image" Target="../media/image119.png"/><Relationship Id="rId6" Type="http://schemas.openxmlformats.org/officeDocument/2006/relationships/image" Target="../media/image124.svg"/><Relationship Id="rId11" Type="http://schemas.openxmlformats.org/officeDocument/2006/relationships/image" Target="../media/image129.png"/><Relationship Id="rId5" Type="http://schemas.openxmlformats.org/officeDocument/2006/relationships/image" Target="../media/image123.png"/><Relationship Id="rId10" Type="http://schemas.openxmlformats.org/officeDocument/2006/relationships/image" Target="../media/image128.svg"/><Relationship Id="rId4" Type="http://schemas.openxmlformats.org/officeDocument/2006/relationships/image" Target="../media/image122.svg"/><Relationship Id="rId9" Type="http://schemas.openxmlformats.org/officeDocument/2006/relationships/image" Target="../media/image127.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26.svg"/><Relationship Id="rId3" Type="http://schemas.openxmlformats.org/officeDocument/2006/relationships/image" Target="../media/image121.png"/><Relationship Id="rId7" Type="http://schemas.openxmlformats.org/officeDocument/2006/relationships/image" Target="../media/image125.png"/><Relationship Id="rId12" Type="http://schemas.openxmlformats.org/officeDocument/2006/relationships/image" Target="../media/image130.svg"/><Relationship Id="rId2" Type="http://schemas.openxmlformats.org/officeDocument/2006/relationships/image" Target="../media/image120.svg"/><Relationship Id="rId1" Type="http://schemas.openxmlformats.org/officeDocument/2006/relationships/image" Target="../media/image119.png"/><Relationship Id="rId6" Type="http://schemas.openxmlformats.org/officeDocument/2006/relationships/image" Target="../media/image124.svg"/><Relationship Id="rId11" Type="http://schemas.openxmlformats.org/officeDocument/2006/relationships/image" Target="../media/image129.png"/><Relationship Id="rId5" Type="http://schemas.openxmlformats.org/officeDocument/2006/relationships/image" Target="../media/image123.png"/><Relationship Id="rId10" Type="http://schemas.openxmlformats.org/officeDocument/2006/relationships/image" Target="../media/image128.svg"/><Relationship Id="rId4" Type="http://schemas.openxmlformats.org/officeDocument/2006/relationships/image" Target="../media/image122.svg"/><Relationship Id="rId9" Type="http://schemas.openxmlformats.org/officeDocument/2006/relationships/image" Target="../media/image12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4235EA-F1DA-4E37-9036-C3E8002362E8}"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28B80FF7-8281-4A16-8841-80F4934B401F}">
      <dgm:prSet custT="1"/>
      <dgm:spPr/>
      <dgm:t>
        <a:bodyPr/>
        <a:lstStyle/>
        <a:p>
          <a:pPr>
            <a:lnSpc>
              <a:spcPct val="100000"/>
            </a:lnSpc>
          </a:pPr>
          <a:r>
            <a:rPr lang="en-US" sz="1000"/>
            <a:t>Certified in data management with continuous awards as accredited partners for 3 consecutive years.</a:t>
          </a:r>
        </a:p>
      </dgm:t>
    </dgm:pt>
    <dgm:pt modelId="{C5A40A1A-937C-479E-BFF9-B0B36F00C56F}" type="parTrans" cxnId="{A282B851-B644-4520-93C1-F7E9A269E38F}">
      <dgm:prSet/>
      <dgm:spPr/>
      <dgm:t>
        <a:bodyPr/>
        <a:lstStyle/>
        <a:p>
          <a:endParaRPr lang="en-US" sz="1000"/>
        </a:p>
      </dgm:t>
    </dgm:pt>
    <dgm:pt modelId="{A51A1837-5A07-4CFA-A239-9EF6AC1CF2C8}" type="sibTrans" cxnId="{A282B851-B644-4520-93C1-F7E9A269E38F}">
      <dgm:prSet/>
      <dgm:spPr/>
      <dgm:t>
        <a:bodyPr/>
        <a:lstStyle/>
        <a:p>
          <a:pPr>
            <a:lnSpc>
              <a:spcPct val="100000"/>
            </a:lnSpc>
          </a:pPr>
          <a:endParaRPr lang="en-US" sz="1000"/>
        </a:p>
      </dgm:t>
    </dgm:pt>
    <dgm:pt modelId="{E766351B-47F4-4303-B7A1-7B93C46EBB90}">
      <dgm:prSet custT="1"/>
      <dgm:spPr/>
      <dgm:t>
        <a:bodyPr/>
        <a:lstStyle/>
        <a:p>
          <a:pPr>
            <a:lnSpc>
              <a:spcPct val="100000"/>
            </a:lnSpc>
          </a:pPr>
          <a:r>
            <a:rPr lang="en-US" sz="1000"/>
            <a:t>Implemented end-to-end data management solutions globally, including data warehouse implementation, data governance consultancy, data catalog implementation, and report/dashboard delivery.</a:t>
          </a:r>
        </a:p>
      </dgm:t>
    </dgm:pt>
    <dgm:pt modelId="{7FDC2C23-DB68-4053-ABAF-BFAA5612FCD3}" type="parTrans" cxnId="{B695BE0E-A37A-41EF-994E-5C7C54BCF491}">
      <dgm:prSet/>
      <dgm:spPr/>
      <dgm:t>
        <a:bodyPr/>
        <a:lstStyle/>
        <a:p>
          <a:endParaRPr lang="en-US" sz="1000"/>
        </a:p>
      </dgm:t>
    </dgm:pt>
    <dgm:pt modelId="{35FD807A-7164-4449-9F1F-2534D188CDB7}" type="sibTrans" cxnId="{B695BE0E-A37A-41EF-994E-5C7C54BCF491}">
      <dgm:prSet/>
      <dgm:spPr/>
      <dgm:t>
        <a:bodyPr/>
        <a:lstStyle/>
        <a:p>
          <a:pPr>
            <a:lnSpc>
              <a:spcPct val="100000"/>
            </a:lnSpc>
          </a:pPr>
          <a:endParaRPr lang="en-US" sz="1000"/>
        </a:p>
      </dgm:t>
    </dgm:pt>
    <dgm:pt modelId="{28C36B38-364F-4CE6-846F-E78C659D7F88}">
      <dgm:prSet custT="1"/>
      <dgm:spPr/>
      <dgm:t>
        <a:bodyPr/>
        <a:lstStyle/>
        <a:p>
          <a:pPr>
            <a:lnSpc>
              <a:spcPct val="100000"/>
            </a:lnSpc>
          </a:pPr>
          <a:r>
            <a:rPr lang="en-US" sz="1000"/>
            <a:t>Expertise in end-to-end solution automation across various industries and sectors, including governance and private sectors.</a:t>
          </a:r>
        </a:p>
      </dgm:t>
    </dgm:pt>
    <dgm:pt modelId="{E3703AC4-3BD5-4509-A664-1BE4A08BA90D}" type="parTrans" cxnId="{2C319C0A-83F4-44B5-8ED2-6E5D39F1FC48}">
      <dgm:prSet/>
      <dgm:spPr/>
      <dgm:t>
        <a:bodyPr/>
        <a:lstStyle/>
        <a:p>
          <a:endParaRPr lang="en-US" sz="1000"/>
        </a:p>
      </dgm:t>
    </dgm:pt>
    <dgm:pt modelId="{58CE2A39-9B90-45F1-8146-77B60CBC6C40}" type="sibTrans" cxnId="{2C319C0A-83F4-44B5-8ED2-6E5D39F1FC48}">
      <dgm:prSet/>
      <dgm:spPr/>
      <dgm:t>
        <a:bodyPr/>
        <a:lstStyle/>
        <a:p>
          <a:pPr>
            <a:lnSpc>
              <a:spcPct val="100000"/>
            </a:lnSpc>
          </a:pPr>
          <a:endParaRPr lang="en-US" sz="1000"/>
        </a:p>
      </dgm:t>
    </dgm:pt>
    <dgm:pt modelId="{B0CD3AF0-5BEC-4AE5-A55C-235F50CDFE67}">
      <dgm:prSet custT="1"/>
      <dgm:spPr/>
      <dgm:t>
        <a:bodyPr/>
        <a:lstStyle/>
        <a:p>
          <a:pPr>
            <a:lnSpc>
              <a:spcPct val="100000"/>
            </a:lnSpc>
          </a:pPr>
          <a:r>
            <a:rPr lang="en-US" sz="1000"/>
            <a:t>Agnostic BI specialists with experience implementing solutions on Tableau, Qlik, and Power BI for diverse clients.</a:t>
          </a:r>
        </a:p>
      </dgm:t>
    </dgm:pt>
    <dgm:pt modelId="{40D1031B-C20B-4530-B607-91550F3779B9}" type="parTrans" cxnId="{CA562C25-7261-461E-AF66-EF902C5122AB}">
      <dgm:prSet/>
      <dgm:spPr/>
      <dgm:t>
        <a:bodyPr/>
        <a:lstStyle/>
        <a:p>
          <a:endParaRPr lang="en-US" sz="1000"/>
        </a:p>
      </dgm:t>
    </dgm:pt>
    <dgm:pt modelId="{3EA2B2E6-74D2-4244-943A-F76EF9BAEBC6}" type="sibTrans" cxnId="{CA562C25-7261-461E-AF66-EF902C5122AB}">
      <dgm:prSet/>
      <dgm:spPr/>
      <dgm:t>
        <a:bodyPr/>
        <a:lstStyle/>
        <a:p>
          <a:pPr>
            <a:lnSpc>
              <a:spcPct val="100000"/>
            </a:lnSpc>
          </a:pPr>
          <a:endParaRPr lang="en-US" sz="1000"/>
        </a:p>
      </dgm:t>
    </dgm:pt>
    <dgm:pt modelId="{C9DE3751-CD8E-48A7-A7EC-157BE70BD17A}">
      <dgm:prSet custT="1"/>
      <dgm:spPr/>
      <dgm:t>
        <a:bodyPr/>
        <a:lstStyle/>
        <a:p>
          <a:pPr>
            <a:lnSpc>
              <a:spcPct val="100000"/>
            </a:lnSpc>
          </a:pPr>
          <a:r>
            <a:rPr lang="en-US" sz="1000"/>
            <a:t>Various business units specializing in cybersecurity, Robotic Process Automation (RPA), infrastructure provision, application modernization, ERP, Corporate Performance Management (CPM), and training &amp; upskilling.</a:t>
          </a:r>
        </a:p>
      </dgm:t>
    </dgm:pt>
    <dgm:pt modelId="{6E0EF4D8-F49E-4113-8331-8461C2D2F057}" type="parTrans" cxnId="{DF2CC830-DCA9-4EB2-8A02-567F130EB89A}">
      <dgm:prSet/>
      <dgm:spPr/>
      <dgm:t>
        <a:bodyPr/>
        <a:lstStyle/>
        <a:p>
          <a:endParaRPr lang="en-US" sz="1000"/>
        </a:p>
      </dgm:t>
    </dgm:pt>
    <dgm:pt modelId="{9BEA9463-D325-498B-AD97-76282E741A8E}" type="sibTrans" cxnId="{DF2CC830-DCA9-4EB2-8A02-567F130EB89A}">
      <dgm:prSet/>
      <dgm:spPr/>
      <dgm:t>
        <a:bodyPr/>
        <a:lstStyle/>
        <a:p>
          <a:pPr>
            <a:lnSpc>
              <a:spcPct val="100000"/>
            </a:lnSpc>
          </a:pPr>
          <a:endParaRPr lang="en-US" sz="1000"/>
        </a:p>
      </dgm:t>
    </dgm:pt>
    <dgm:pt modelId="{986D8A2C-F85B-404F-982C-E5B474A98F52}">
      <dgm:prSet custT="1"/>
      <dgm:spPr/>
      <dgm:t>
        <a:bodyPr/>
        <a:lstStyle/>
        <a:p>
          <a:pPr>
            <a:lnSpc>
              <a:spcPct val="100000"/>
            </a:lnSpc>
          </a:pPr>
          <a:r>
            <a:rPr lang="en-US" sz="1000"/>
            <a:t>Successfully handled projects in different countries and sectors, ensuring comprehensive service delivery and client satisfaction.</a:t>
          </a:r>
        </a:p>
      </dgm:t>
    </dgm:pt>
    <dgm:pt modelId="{885FAE86-200E-446C-B96B-1F1750D0D58D}" type="parTrans" cxnId="{FF5462FB-A625-41ED-817D-F711E80BF4D0}">
      <dgm:prSet/>
      <dgm:spPr/>
      <dgm:t>
        <a:bodyPr/>
        <a:lstStyle/>
        <a:p>
          <a:endParaRPr lang="en-US" sz="1000"/>
        </a:p>
      </dgm:t>
    </dgm:pt>
    <dgm:pt modelId="{0DACE9F5-209C-4520-826B-2C168D67EEF5}" type="sibTrans" cxnId="{FF5462FB-A625-41ED-817D-F711E80BF4D0}">
      <dgm:prSet/>
      <dgm:spPr/>
      <dgm:t>
        <a:bodyPr/>
        <a:lstStyle/>
        <a:p>
          <a:endParaRPr lang="en-US" sz="1000"/>
        </a:p>
      </dgm:t>
    </dgm:pt>
    <dgm:pt modelId="{821DAC1F-4B7D-4C28-A914-60038D52BDD0}" type="pres">
      <dgm:prSet presAssocID="{7C4235EA-F1DA-4E37-9036-C3E8002362E8}" presName="root" presStyleCnt="0">
        <dgm:presLayoutVars>
          <dgm:dir/>
          <dgm:resizeHandles val="exact"/>
        </dgm:presLayoutVars>
      </dgm:prSet>
      <dgm:spPr/>
    </dgm:pt>
    <dgm:pt modelId="{C0EF7679-31AF-407B-B38C-CABAA796DE99}" type="pres">
      <dgm:prSet presAssocID="{7C4235EA-F1DA-4E37-9036-C3E8002362E8}" presName="container" presStyleCnt="0">
        <dgm:presLayoutVars>
          <dgm:dir/>
          <dgm:resizeHandles val="exact"/>
        </dgm:presLayoutVars>
      </dgm:prSet>
      <dgm:spPr/>
    </dgm:pt>
    <dgm:pt modelId="{CBC656C6-CC73-45D6-AD22-45F36FA14030}" type="pres">
      <dgm:prSet presAssocID="{28B80FF7-8281-4A16-8841-80F4934B401F}" presName="compNode" presStyleCnt="0"/>
      <dgm:spPr/>
    </dgm:pt>
    <dgm:pt modelId="{F2151037-2346-4F9D-9A42-75B9591133EC}" type="pres">
      <dgm:prSet presAssocID="{28B80FF7-8281-4A16-8841-80F4934B401F}" presName="iconBgRect" presStyleLbl="bgShp" presStyleIdx="0" presStyleCnt="6"/>
      <dgm:spPr/>
    </dgm:pt>
    <dgm:pt modelId="{72523203-712B-4833-A737-4F3A8A079446}" type="pres">
      <dgm:prSet presAssocID="{28B80FF7-8281-4A16-8841-80F4934B401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ibbon"/>
        </a:ext>
      </dgm:extLst>
    </dgm:pt>
    <dgm:pt modelId="{23792337-3EB4-4F4C-9C3B-6AB27EFE6859}" type="pres">
      <dgm:prSet presAssocID="{28B80FF7-8281-4A16-8841-80F4934B401F}" presName="spaceRect" presStyleCnt="0"/>
      <dgm:spPr/>
    </dgm:pt>
    <dgm:pt modelId="{11F8FA94-DBC4-41E6-8E1F-2EAB2B0634DC}" type="pres">
      <dgm:prSet presAssocID="{28B80FF7-8281-4A16-8841-80F4934B401F}" presName="textRect" presStyleLbl="revTx" presStyleIdx="0" presStyleCnt="6">
        <dgm:presLayoutVars>
          <dgm:chMax val="1"/>
          <dgm:chPref val="1"/>
        </dgm:presLayoutVars>
      </dgm:prSet>
      <dgm:spPr/>
    </dgm:pt>
    <dgm:pt modelId="{788CF293-BD9C-4CFF-82BA-FA2BA82B41AF}" type="pres">
      <dgm:prSet presAssocID="{A51A1837-5A07-4CFA-A239-9EF6AC1CF2C8}" presName="sibTrans" presStyleLbl="sibTrans2D1" presStyleIdx="0" presStyleCnt="0"/>
      <dgm:spPr/>
    </dgm:pt>
    <dgm:pt modelId="{27B578BE-ED17-45B1-9F40-67A7321134CB}" type="pres">
      <dgm:prSet presAssocID="{E766351B-47F4-4303-B7A1-7B93C46EBB90}" presName="compNode" presStyleCnt="0"/>
      <dgm:spPr/>
    </dgm:pt>
    <dgm:pt modelId="{87933807-9F53-46BA-9B61-F46A1F9C5FEE}" type="pres">
      <dgm:prSet presAssocID="{E766351B-47F4-4303-B7A1-7B93C46EBB90}" presName="iconBgRect" presStyleLbl="bgShp" presStyleIdx="1" presStyleCnt="6"/>
      <dgm:spPr/>
    </dgm:pt>
    <dgm:pt modelId="{0DF9527D-5BEC-497A-BCBF-DE4006FC0B05}" type="pres">
      <dgm:prSet presAssocID="{E766351B-47F4-4303-B7A1-7B93C46EBB9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erver"/>
        </a:ext>
      </dgm:extLst>
    </dgm:pt>
    <dgm:pt modelId="{212D7348-745C-4E0F-BA3C-7A5915D8D866}" type="pres">
      <dgm:prSet presAssocID="{E766351B-47F4-4303-B7A1-7B93C46EBB90}" presName="spaceRect" presStyleCnt="0"/>
      <dgm:spPr/>
    </dgm:pt>
    <dgm:pt modelId="{2D23C473-4C18-4401-878C-4C2A56B34238}" type="pres">
      <dgm:prSet presAssocID="{E766351B-47F4-4303-B7A1-7B93C46EBB90}" presName="textRect" presStyleLbl="revTx" presStyleIdx="1" presStyleCnt="6">
        <dgm:presLayoutVars>
          <dgm:chMax val="1"/>
          <dgm:chPref val="1"/>
        </dgm:presLayoutVars>
      </dgm:prSet>
      <dgm:spPr/>
    </dgm:pt>
    <dgm:pt modelId="{2271E75A-16C3-4300-AD7E-08E6414F0C16}" type="pres">
      <dgm:prSet presAssocID="{35FD807A-7164-4449-9F1F-2534D188CDB7}" presName="sibTrans" presStyleLbl="sibTrans2D1" presStyleIdx="0" presStyleCnt="0"/>
      <dgm:spPr/>
    </dgm:pt>
    <dgm:pt modelId="{B9FDFB2B-C75B-4352-AA97-BCE464FBFAA2}" type="pres">
      <dgm:prSet presAssocID="{28C36B38-364F-4CE6-846F-E78C659D7F88}" presName="compNode" presStyleCnt="0"/>
      <dgm:spPr/>
    </dgm:pt>
    <dgm:pt modelId="{1085B4B9-0FBF-4B85-AB0E-979594746E8C}" type="pres">
      <dgm:prSet presAssocID="{28C36B38-364F-4CE6-846F-E78C659D7F88}" presName="iconBgRect" presStyleLbl="bgShp" presStyleIdx="2" presStyleCnt="6"/>
      <dgm:spPr/>
    </dgm:pt>
    <dgm:pt modelId="{8203F293-0AC1-47DA-BF63-B9871FAD97C0}" type="pres">
      <dgm:prSet presAssocID="{28C36B38-364F-4CE6-846F-E78C659D7F88}"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actory"/>
        </a:ext>
      </dgm:extLst>
    </dgm:pt>
    <dgm:pt modelId="{7F0C3408-A2A5-4D95-A1B1-B9A73CEED05C}" type="pres">
      <dgm:prSet presAssocID="{28C36B38-364F-4CE6-846F-E78C659D7F88}" presName="spaceRect" presStyleCnt="0"/>
      <dgm:spPr/>
    </dgm:pt>
    <dgm:pt modelId="{65754265-5FC5-4409-B230-F61513A73EE2}" type="pres">
      <dgm:prSet presAssocID="{28C36B38-364F-4CE6-846F-E78C659D7F88}" presName="textRect" presStyleLbl="revTx" presStyleIdx="2" presStyleCnt="6">
        <dgm:presLayoutVars>
          <dgm:chMax val="1"/>
          <dgm:chPref val="1"/>
        </dgm:presLayoutVars>
      </dgm:prSet>
      <dgm:spPr/>
    </dgm:pt>
    <dgm:pt modelId="{C4C8DDD3-F52C-4719-B064-BC1B70EAFD30}" type="pres">
      <dgm:prSet presAssocID="{58CE2A39-9B90-45F1-8146-77B60CBC6C40}" presName="sibTrans" presStyleLbl="sibTrans2D1" presStyleIdx="0" presStyleCnt="0"/>
      <dgm:spPr/>
    </dgm:pt>
    <dgm:pt modelId="{A18E7F5B-513C-442C-9325-A16CCDEB82C2}" type="pres">
      <dgm:prSet presAssocID="{B0CD3AF0-5BEC-4AE5-A55C-235F50CDFE67}" presName="compNode" presStyleCnt="0"/>
      <dgm:spPr/>
    </dgm:pt>
    <dgm:pt modelId="{5FDCD8E8-B7D3-4ED3-9497-B7B0446D8B4E}" type="pres">
      <dgm:prSet presAssocID="{B0CD3AF0-5BEC-4AE5-A55C-235F50CDFE67}" presName="iconBgRect" presStyleLbl="bgShp" presStyleIdx="3" presStyleCnt="6"/>
      <dgm:spPr/>
    </dgm:pt>
    <dgm:pt modelId="{27191D5E-5FF4-40DB-AE85-996C41608AD2}" type="pres">
      <dgm:prSet presAssocID="{B0CD3AF0-5BEC-4AE5-A55C-235F50CDFE67}"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Robot"/>
        </a:ext>
      </dgm:extLst>
    </dgm:pt>
    <dgm:pt modelId="{2DD1AA29-B72A-4382-8978-E2C42D7C88AF}" type="pres">
      <dgm:prSet presAssocID="{B0CD3AF0-5BEC-4AE5-A55C-235F50CDFE67}" presName="spaceRect" presStyleCnt="0"/>
      <dgm:spPr/>
    </dgm:pt>
    <dgm:pt modelId="{EF0D217A-58C7-4579-A2BC-14E196231B55}" type="pres">
      <dgm:prSet presAssocID="{B0CD3AF0-5BEC-4AE5-A55C-235F50CDFE67}" presName="textRect" presStyleLbl="revTx" presStyleIdx="3" presStyleCnt="6">
        <dgm:presLayoutVars>
          <dgm:chMax val="1"/>
          <dgm:chPref val="1"/>
        </dgm:presLayoutVars>
      </dgm:prSet>
      <dgm:spPr/>
    </dgm:pt>
    <dgm:pt modelId="{10FD357D-EE15-4842-B277-B02EEDA755AB}" type="pres">
      <dgm:prSet presAssocID="{3EA2B2E6-74D2-4244-943A-F76EF9BAEBC6}" presName="sibTrans" presStyleLbl="sibTrans2D1" presStyleIdx="0" presStyleCnt="0"/>
      <dgm:spPr/>
    </dgm:pt>
    <dgm:pt modelId="{5AE512BF-83D4-470B-8BDF-8622D7BA601A}" type="pres">
      <dgm:prSet presAssocID="{C9DE3751-CD8E-48A7-A7EC-157BE70BD17A}" presName="compNode" presStyleCnt="0"/>
      <dgm:spPr/>
    </dgm:pt>
    <dgm:pt modelId="{7541E0FE-B5DB-4CF2-B35B-4810A366CF74}" type="pres">
      <dgm:prSet presAssocID="{C9DE3751-CD8E-48A7-A7EC-157BE70BD17A}" presName="iconBgRect" presStyleLbl="bgShp" presStyleIdx="4" presStyleCnt="6"/>
      <dgm:spPr/>
    </dgm:pt>
    <dgm:pt modelId="{3E8C58AF-FE1E-4543-80B8-4A855C852001}" type="pres">
      <dgm:prSet presAssocID="{C9DE3751-CD8E-48A7-A7EC-157BE70BD17A}"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Programmer"/>
        </a:ext>
      </dgm:extLst>
    </dgm:pt>
    <dgm:pt modelId="{D59E169B-990E-4BA3-ABC8-86400204356B}" type="pres">
      <dgm:prSet presAssocID="{C9DE3751-CD8E-48A7-A7EC-157BE70BD17A}" presName="spaceRect" presStyleCnt="0"/>
      <dgm:spPr/>
    </dgm:pt>
    <dgm:pt modelId="{D5736AFF-F79F-41DA-A54C-8BEF6A1CA184}" type="pres">
      <dgm:prSet presAssocID="{C9DE3751-CD8E-48A7-A7EC-157BE70BD17A}" presName="textRect" presStyleLbl="revTx" presStyleIdx="4" presStyleCnt="6">
        <dgm:presLayoutVars>
          <dgm:chMax val="1"/>
          <dgm:chPref val="1"/>
        </dgm:presLayoutVars>
      </dgm:prSet>
      <dgm:spPr/>
    </dgm:pt>
    <dgm:pt modelId="{EA9728C2-027B-4875-80D3-06DB32F649B6}" type="pres">
      <dgm:prSet presAssocID="{9BEA9463-D325-498B-AD97-76282E741A8E}" presName="sibTrans" presStyleLbl="sibTrans2D1" presStyleIdx="0" presStyleCnt="0"/>
      <dgm:spPr/>
    </dgm:pt>
    <dgm:pt modelId="{F7816E8B-6824-4AAD-B185-9B3681B8D4DB}" type="pres">
      <dgm:prSet presAssocID="{986D8A2C-F85B-404F-982C-E5B474A98F52}" presName="compNode" presStyleCnt="0"/>
      <dgm:spPr/>
    </dgm:pt>
    <dgm:pt modelId="{D2684C09-5631-48E0-B917-93E1C7F893CB}" type="pres">
      <dgm:prSet presAssocID="{986D8A2C-F85B-404F-982C-E5B474A98F52}" presName="iconBgRect" presStyleLbl="bgShp" presStyleIdx="5" presStyleCnt="6"/>
      <dgm:spPr/>
    </dgm:pt>
    <dgm:pt modelId="{9323094D-8048-4F9F-A70B-760D68D76E5B}" type="pres">
      <dgm:prSet presAssocID="{986D8A2C-F85B-404F-982C-E5B474A98F52}"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Office Worker"/>
        </a:ext>
      </dgm:extLst>
    </dgm:pt>
    <dgm:pt modelId="{AD4A1E8E-1D9F-4D5B-82BB-CF2D35B46D5A}" type="pres">
      <dgm:prSet presAssocID="{986D8A2C-F85B-404F-982C-E5B474A98F52}" presName="spaceRect" presStyleCnt="0"/>
      <dgm:spPr/>
    </dgm:pt>
    <dgm:pt modelId="{69E8824C-B0E4-4172-8189-1F0F9E263130}" type="pres">
      <dgm:prSet presAssocID="{986D8A2C-F85B-404F-982C-E5B474A98F52}" presName="textRect" presStyleLbl="revTx" presStyleIdx="5" presStyleCnt="6">
        <dgm:presLayoutVars>
          <dgm:chMax val="1"/>
          <dgm:chPref val="1"/>
        </dgm:presLayoutVars>
      </dgm:prSet>
      <dgm:spPr/>
    </dgm:pt>
  </dgm:ptLst>
  <dgm:cxnLst>
    <dgm:cxn modelId="{2C319C0A-83F4-44B5-8ED2-6E5D39F1FC48}" srcId="{7C4235EA-F1DA-4E37-9036-C3E8002362E8}" destId="{28C36B38-364F-4CE6-846F-E78C659D7F88}" srcOrd="2" destOrd="0" parTransId="{E3703AC4-3BD5-4509-A664-1BE4A08BA90D}" sibTransId="{58CE2A39-9B90-45F1-8146-77B60CBC6C40}"/>
    <dgm:cxn modelId="{2734E90B-3ECD-4D9D-A416-E22676E0DF8E}" type="presOf" srcId="{3EA2B2E6-74D2-4244-943A-F76EF9BAEBC6}" destId="{10FD357D-EE15-4842-B277-B02EEDA755AB}" srcOrd="0" destOrd="0" presId="urn:microsoft.com/office/officeart/2018/2/layout/IconCircleList"/>
    <dgm:cxn modelId="{B695BE0E-A37A-41EF-994E-5C7C54BCF491}" srcId="{7C4235EA-F1DA-4E37-9036-C3E8002362E8}" destId="{E766351B-47F4-4303-B7A1-7B93C46EBB90}" srcOrd="1" destOrd="0" parTransId="{7FDC2C23-DB68-4053-ABAF-BFAA5612FCD3}" sibTransId="{35FD807A-7164-4449-9F1F-2534D188CDB7}"/>
    <dgm:cxn modelId="{B0D13611-F159-4B52-90A9-0766215BB5B1}" type="presOf" srcId="{35FD807A-7164-4449-9F1F-2534D188CDB7}" destId="{2271E75A-16C3-4300-AD7E-08E6414F0C16}" srcOrd="0" destOrd="0" presId="urn:microsoft.com/office/officeart/2018/2/layout/IconCircleList"/>
    <dgm:cxn modelId="{74912913-1324-4F21-980C-CC7888EB01D4}" type="presOf" srcId="{28B80FF7-8281-4A16-8841-80F4934B401F}" destId="{11F8FA94-DBC4-41E6-8E1F-2EAB2B0634DC}" srcOrd="0" destOrd="0" presId="urn:microsoft.com/office/officeart/2018/2/layout/IconCircleList"/>
    <dgm:cxn modelId="{CA562C25-7261-461E-AF66-EF902C5122AB}" srcId="{7C4235EA-F1DA-4E37-9036-C3E8002362E8}" destId="{B0CD3AF0-5BEC-4AE5-A55C-235F50CDFE67}" srcOrd="3" destOrd="0" parTransId="{40D1031B-C20B-4530-B607-91550F3779B9}" sibTransId="{3EA2B2E6-74D2-4244-943A-F76EF9BAEBC6}"/>
    <dgm:cxn modelId="{8F1D012E-6E44-4D06-B925-76C29DBC7802}" type="presOf" srcId="{C9DE3751-CD8E-48A7-A7EC-157BE70BD17A}" destId="{D5736AFF-F79F-41DA-A54C-8BEF6A1CA184}" srcOrd="0" destOrd="0" presId="urn:microsoft.com/office/officeart/2018/2/layout/IconCircleList"/>
    <dgm:cxn modelId="{F90F4F2E-ADB8-4A63-8C1E-2C66A5AE53AA}" type="presOf" srcId="{A51A1837-5A07-4CFA-A239-9EF6AC1CF2C8}" destId="{788CF293-BD9C-4CFF-82BA-FA2BA82B41AF}" srcOrd="0" destOrd="0" presId="urn:microsoft.com/office/officeart/2018/2/layout/IconCircleList"/>
    <dgm:cxn modelId="{DF2CC830-DCA9-4EB2-8A02-567F130EB89A}" srcId="{7C4235EA-F1DA-4E37-9036-C3E8002362E8}" destId="{C9DE3751-CD8E-48A7-A7EC-157BE70BD17A}" srcOrd="4" destOrd="0" parTransId="{6E0EF4D8-F49E-4113-8331-8461C2D2F057}" sibTransId="{9BEA9463-D325-498B-AD97-76282E741A8E}"/>
    <dgm:cxn modelId="{3CFF473C-3B8B-4101-9BCD-B64FD7F08D91}" type="presOf" srcId="{58CE2A39-9B90-45F1-8146-77B60CBC6C40}" destId="{C4C8DDD3-F52C-4719-B064-BC1B70EAFD30}" srcOrd="0" destOrd="0" presId="urn:microsoft.com/office/officeart/2018/2/layout/IconCircleList"/>
    <dgm:cxn modelId="{A282B851-B644-4520-93C1-F7E9A269E38F}" srcId="{7C4235EA-F1DA-4E37-9036-C3E8002362E8}" destId="{28B80FF7-8281-4A16-8841-80F4934B401F}" srcOrd="0" destOrd="0" parTransId="{C5A40A1A-937C-479E-BFF9-B0B36F00C56F}" sibTransId="{A51A1837-5A07-4CFA-A239-9EF6AC1CF2C8}"/>
    <dgm:cxn modelId="{5808D671-96ED-4CDC-9CAC-A83D1222A4FD}" type="presOf" srcId="{B0CD3AF0-5BEC-4AE5-A55C-235F50CDFE67}" destId="{EF0D217A-58C7-4579-A2BC-14E196231B55}" srcOrd="0" destOrd="0" presId="urn:microsoft.com/office/officeart/2018/2/layout/IconCircleList"/>
    <dgm:cxn modelId="{10475F5A-697B-4E95-AFAC-4D51812B199D}" type="presOf" srcId="{E766351B-47F4-4303-B7A1-7B93C46EBB90}" destId="{2D23C473-4C18-4401-878C-4C2A56B34238}" srcOrd="0" destOrd="0" presId="urn:microsoft.com/office/officeart/2018/2/layout/IconCircleList"/>
    <dgm:cxn modelId="{6621B17D-F7D6-4E4F-A35C-6D371A643245}" type="presOf" srcId="{9BEA9463-D325-498B-AD97-76282E741A8E}" destId="{EA9728C2-027B-4875-80D3-06DB32F649B6}" srcOrd="0" destOrd="0" presId="urn:microsoft.com/office/officeart/2018/2/layout/IconCircleList"/>
    <dgm:cxn modelId="{6DD27FAD-3953-49D5-9A14-0B76B223F52E}" type="presOf" srcId="{28C36B38-364F-4CE6-846F-E78C659D7F88}" destId="{65754265-5FC5-4409-B230-F61513A73EE2}" srcOrd="0" destOrd="0" presId="urn:microsoft.com/office/officeart/2018/2/layout/IconCircleList"/>
    <dgm:cxn modelId="{C93D5FC4-AB6A-45CA-A699-A6DB1CF01F83}" type="presOf" srcId="{7C4235EA-F1DA-4E37-9036-C3E8002362E8}" destId="{821DAC1F-4B7D-4C28-A914-60038D52BDD0}" srcOrd="0" destOrd="0" presId="urn:microsoft.com/office/officeart/2018/2/layout/IconCircleList"/>
    <dgm:cxn modelId="{515962DF-60A5-43E4-9327-85C72C49E397}" type="presOf" srcId="{986D8A2C-F85B-404F-982C-E5B474A98F52}" destId="{69E8824C-B0E4-4172-8189-1F0F9E263130}" srcOrd="0" destOrd="0" presId="urn:microsoft.com/office/officeart/2018/2/layout/IconCircleList"/>
    <dgm:cxn modelId="{FF5462FB-A625-41ED-817D-F711E80BF4D0}" srcId="{7C4235EA-F1DA-4E37-9036-C3E8002362E8}" destId="{986D8A2C-F85B-404F-982C-E5B474A98F52}" srcOrd="5" destOrd="0" parTransId="{885FAE86-200E-446C-B96B-1F1750D0D58D}" sibTransId="{0DACE9F5-209C-4520-826B-2C168D67EEF5}"/>
    <dgm:cxn modelId="{A74A439E-9F6F-42C1-9928-BD9D3FFC0A9E}" type="presParOf" srcId="{821DAC1F-4B7D-4C28-A914-60038D52BDD0}" destId="{C0EF7679-31AF-407B-B38C-CABAA796DE99}" srcOrd="0" destOrd="0" presId="urn:microsoft.com/office/officeart/2018/2/layout/IconCircleList"/>
    <dgm:cxn modelId="{AEC7254E-BA5A-4C95-93C0-B54A3E85E48D}" type="presParOf" srcId="{C0EF7679-31AF-407B-B38C-CABAA796DE99}" destId="{CBC656C6-CC73-45D6-AD22-45F36FA14030}" srcOrd="0" destOrd="0" presId="urn:microsoft.com/office/officeart/2018/2/layout/IconCircleList"/>
    <dgm:cxn modelId="{3000388C-2467-498D-A1DC-3B2300B58588}" type="presParOf" srcId="{CBC656C6-CC73-45D6-AD22-45F36FA14030}" destId="{F2151037-2346-4F9D-9A42-75B9591133EC}" srcOrd="0" destOrd="0" presId="urn:microsoft.com/office/officeart/2018/2/layout/IconCircleList"/>
    <dgm:cxn modelId="{981DC6AB-F701-4B7C-8B4C-AAD85A9C7DB0}" type="presParOf" srcId="{CBC656C6-CC73-45D6-AD22-45F36FA14030}" destId="{72523203-712B-4833-A737-4F3A8A079446}" srcOrd="1" destOrd="0" presId="urn:microsoft.com/office/officeart/2018/2/layout/IconCircleList"/>
    <dgm:cxn modelId="{C5983827-55F7-4C8A-9569-C6B87745C489}" type="presParOf" srcId="{CBC656C6-CC73-45D6-AD22-45F36FA14030}" destId="{23792337-3EB4-4F4C-9C3B-6AB27EFE6859}" srcOrd="2" destOrd="0" presId="urn:microsoft.com/office/officeart/2018/2/layout/IconCircleList"/>
    <dgm:cxn modelId="{AE4AC5A9-A0DD-4DA3-A90C-D00EC24C43EC}" type="presParOf" srcId="{CBC656C6-CC73-45D6-AD22-45F36FA14030}" destId="{11F8FA94-DBC4-41E6-8E1F-2EAB2B0634DC}" srcOrd="3" destOrd="0" presId="urn:microsoft.com/office/officeart/2018/2/layout/IconCircleList"/>
    <dgm:cxn modelId="{47065A4F-37A9-46D4-B464-3D981E779872}" type="presParOf" srcId="{C0EF7679-31AF-407B-B38C-CABAA796DE99}" destId="{788CF293-BD9C-4CFF-82BA-FA2BA82B41AF}" srcOrd="1" destOrd="0" presId="urn:microsoft.com/office/officeart/2018/2/layout/IconCircleList"/>
    <dgm:cxn modelId="{668F7384-4995-4965-AFC6-CC6D973175CE}" type="presParOf" srcId="{C0EF7679-31AF-407B-B38C-CABAA796DE99}" destId="{27B578BE-ED17-45B1-9F40-67A7321134CB}" srcOrd="2" destOrd="0" presId="urn:microsoft.com/office/officeart/2018/2/layout/IconCircleList"/>
    <dgm:cxn modelId="{2CB1138C-E0E9-4661-AA49-CABC2CF087DC}" type="presParOf" srcId="{27B578BE-ED17-45B1-9F40-67A7321134CB}" destId="{87933807-9F53-46BA-9B61-F46A1F9C5FEE}" srcOrd="0" destOrd="0" presId="urn:microsoft.com/office/officeart/2018/2/layout/IconCircleList"/>
    <dgm:cxn modelId="{3AA202F9-B022-43A1-9DFD-9A81BE01EBDB}" type="presParOf" srcId="{27B578BE-ED17-45B1-9F40-67A7321134CB}" destId="{0DF9527D-5BEC-497A-BCBF-DE4006FC0B05}" srcOrd="1" destOrd="0" presId="urn:microsoft.com/office/officeart/2018/2/layout/IconCircleList"/>
    <dgm:cxn modelId="{DF0620A3-C3D9-4110-8C8F-A772584C379E}" type="presParOf" srcId="{27B578BE-ED17-45B1-9F40-67A7321134CB}" destId="{212D7348-745C-4E0F-BA3C-7A5915D8D866}" srcOrd="2" destOrd="0" presId="urn:microsoft.com/office/officeart/2018/2/layout/IconCircleList"/>
    <dgm:cxn modelId="{D157DDA0-7475-48E1-90F1-84C0CEE35E19}" type="presParOf" srcId="{27B578BE-ED17-45B1-9F40-67A7321134CB}" destId="{2D23C473-4C18-4401-878C-4C2A56B34238}" srcOrd="3" destOrd="0" presId="urn:microsoft.com/office/officeart/2018/2/layout/IconCircleList"/>
    <dgm:cxn modelId="{E4F65CDA-211C-4C38-B099-2385303F4E0C}" type="presParOf" srcId="{C0EF7679-31AF-407B-B38C-CABAA796DE99}" destId="{2271E75A-16C3-4300-AD7E-08E6414F0C16}" srcOrd="3" destOrd="0" presId="urn:microsoft.com/office/officeart/2018/2/layout/IconCircleList"/>
    <dgm:cxn modelId="{DC21A54A-87BE-4C88-B917-FAF39FE88E4E}" type="presParOf" srcId="{C0EF7679-31AF-407B-B38C-CABAA796DE99}" destId="{B9FDFB2B-C75B-4352-AA97-BCE464FBFAA2}" srcOrd="4" destOrd="0" presId="urn:microsoft.com/office/officeart/2018/2/layout/IconCircleList"/>
    <dgm:cxn modelId="{E09CE959-C1A1-4DB0-B2D7-B07ED5825EF6}" type="presParOf" srcId="{B9FDFB2B-C75B-4352-AA97-BCE464FBFAA2}" destId="{1085B4B9-0FBF-4B85-AB0E-979594746E8C}" srcOrd="0" destOrd="0" presId="urn:microsoft.com/office/officeart/2018/2/layout/IconCircleList"/>
    <dgm:cxn modelId="{E92BCC4A-BE45-4D73-B76A-A9F7797D00F3}" type="presParOf" srcId="{B9FDFB2B-C75B-4352-AA97-BCE464FBFAA2}" destId="{8203F293-0AC1-47DA-BF63-B9871FAD97C0}" srcOrd="1" destOrd="0" presId="urn:microsoft.com/office/officeart/2018/2/layout/IconCircleList"/>
    <dgm:cxn modelId="{618DF428-E40C-41E9-A1B6-B9E80231C84C}" type="presParOf" srcId="{B9FDFB2B-C75B-4352-AA97-BCE464FBFAA2}" destId="{7F0C3408-A2A5-4D95-A1B1-B9A73CEED05C}" srcOrd="2" destOrd="0" presId="urn:microsoft.com/office/officeart/2018/2/layout/IconCircleList"/>
    <dgm:cxn modelId="{5351592C-DA6D-4749-92CF-892D4F0F16A5}" type="presParOf" srcId="{B9FDFB2B-C75B-4352-AA97-BCE464FBFAA2}" destId="{65754265-5FC5-4409-B230-F61513A73EE2}" srcOrd="3" destOrd="0" presId="urn:microsoft.com/office/officeart/2018/2/layout/IconCircleList"/>
    <dgm:cxn modelId="{A908567A-C9DE-4ECE-8B97-06897D6CDFA8}" type="presParOf" srcId="{C0EF7679-31AF-407B-B38C-CABAA796DE99}" destId="{C4C8DDD3-F52C-4719-B064-BC1B70EAFD30}" srcOrd="5" destOrd="0" presId="urn:microsoft.com/office/officeart/2018/2/layout/IconCircleList"/>
    <dgm:cxn modelId="{A5D28BA9-A9F1-4603-A1AB-3A0FA4300E89}" type="presParOf" srcId="{C0EF7679-31AF-407B-B38C-CABAA796DE99}" destId="{A18E7F5B-513C-442C-9325-A16CCDEB82C2}" srcOrd="6" destOrd="0" presId="urn:microsoft.com/office/officeart/2018/2/layout/IconCircleList"/>
    <dgm:cxn modelId="{522376EB-4736-42ED-AACA-F1FB436B385F}" type="presParOf" srcId="{A18E7F5B-513C-442C-9325-A16CCDEB82C2}" destId="{5FDCD8E8-B7D3-4ED3-9497-B7B0446D8B4E}" srcOrd="0" destOrd="0" presId="urn:microsoft.com/office/officeart/2018/2/layout/IconCircleList"/>
    <dgm:cxn modelId="{C5E17C97-FCF9-4C18-90F3-DB108573B446}" type="presParOf" srcId="{A18E7F5B-513C-442C-9325-A16CCDEB82C2}" destId="{27191D5E-5FF4-40DB-AE85-996C41608AD2}" srcOrd="1" destOrd="0" presId="urn:microsoft.com/office/officeart/2018/2/layout/IconCircleList"/>
    <dgm:cxn modelId="{580E9DE1-A205-4ADC-8DFC-B44DC5270CDB}" type="presParOf" srcId="{A18E7F5B-513C-442C-9325-A16CCDEB82C2}" destId="{2DD1AA29-B72A-4382-8978-E2C42D7C88AF}" srcOrd="2" destOrd="0" presId="urn:microsoft.com/office/officeart/2018/2/layout/IconCircleList"/>
    <dgm:cxn modelId="{9EE15291-9CE0-447A-B67F-CF6C7C479CB4}" type="presParOf" srcId="{A18E7F5B-513C-442C-9325-A16CCDEB82C2}" destId="{EF0D217A-58C7-4579-A2BC-14E196231B55}" srcOrd="3" destOrd="0" presId="urn:microsoft.com/office/officeart/2018/2/layout/IconCircleList"/>
    <dgm:cxn modelId="{524415B8-DB06-41CD-8527-B55E0B0366A0}" type="presParOf" srcId="{C0EF7679-31AF-407B-B38C-CABAA796DE99}" destId="{10FD357D-EE15-4842-B277-B02EEDA755AB}" srcOrd="7" destOrd="0" presId="urn:microsoft.com/office/officeart/2018/2/layout/IconCircleList"/>
    <dgm:cxn modelId="{632C7B6F-B4E3-435E-A5DD-F91581D19A82}" type="presParOf" srcId="{C0EF7679-31AF-407B-B38C-CABAA796DE99}" destId="{5AE512BF-83D4-470B-8BDF-8622D7BA601A}" srcOrd="8" destOrd="0" presId="urn:microsoft.com/office/officeart/2018/2/layout/IconCircleList"/>
    <dgm:cxn modelId="{8EBC093D-D997-47CC-8196-BB56A85EAD4B}" type="presParOf" srcId="{5AE512BF-83D4-470B-8BDF-8622D7BA601A}" destId="{7541E0FE-B5DB-4CF2-B35B-4810A366CF74}" srcOrd="0" destOrd="0" presId="urn:microsoft.com/office/officeart/2018/2/layout/IconCircleList"/>
    <dgm:cxn modelId="{A7A8C4C0-7906-47BA-A37A-B8A95B5E2B39}" type="presParOf" srcId="{5AE512BF-83D4-470B-8BDF-8622D7BA601A}" destId="{3E8C58AF-FE1E-4543-80B8-4A855C852001}" srcOrd="1" destOrd="0" presId="urn:microsoft.com/office/officeart/2018/2/layout/IconCircleList"/>
    <dgm:cxn modelId="{3B265D94-5B0B-4C0D-ADA5-09C704B8BF96}" type="presParOf" srcId="{5AE512BF-83D4-470B-8BDF-8622D7BA601A}" destId="{D59E169B-990E-4BA3-ABC8-86400204356B}" srcOrd="2" destOrd="0" presId="urn:microsoft.com/office/officeart/2018/2/layout/IconCircleList"/>
    <dgm:cxn modelId="{1914BDDE-C81F-4641-81C8-4E44855380BD}" type="presParOf" srcId="{5AE512BF-83D4-470B-8BDF-8622D7BA601A}" destId="{D5736AFF-F79F-41DA-A54C-8BEF6A1CA184}" srcOrd="3" destOrd="0" presId="urn:microsoft.com/office/officeart/2018/2/layout/IconCircleList"/>
    <dgm:cxn modelId="{5B769BA6-5F4A-438A-9B3F-270205C490F2}" type="presParOf" srcId="{C0EF7679-31AF-407B-B38C-CABAA796DE99}" destId="{EA9728C2-027B-4875-80D3-06DB32F649B6}" srcOrd="9" destOrd="0" presId="urn:microsoft.com/office/officeart/2018/2/layout/IconCircleList"/>
    <dgm:cxn modelId="{35DCA6A9-2FC0-424D-A1C5-223F1A410519}" type="presParOf" srcId="{C0EF7679-31AF-407B-B38C-CABAA796DE99}" destId="{F7816E8B-6824-4AAD-B185-9B3681B8D4DB}" srcOrd="10" destOrd="0" presId="urn:microsoft.com/office/officeart/2018/2/layout/IconCircleList"/>
    <dgm:cxn modelId="{EFC3A49C-5685-4434-A51E-BCDECD661B9B}" type="presParOf" srcId="{F7816E8B-6824-4AAD-B185-9B3681B8D4DB}" destId="{D2684C09-5631-48E0-B917-93E1C7F893CB}" srcOrd="0" destOrd="0" presId="urn:microsoft.com/office/officeart/2018/2/layout/IconCircleList"/>
    <dgm:cxn modelId="{F065B7E2-A1D7-41B4-AB1F-67B40BF6C182}" type="presParOf" srcId="{F7816E8B-6824-4AAD-B185-9B3681B8D4DB}" destId="{9323094D-8048-4F9F-A70B-760D68D76E5B}" srcOrd="1" destOrd="0" presId="urn:microsoft.com/office/officeart/2018/2/layout/IconCircleList"/>
    <dgm:cxn modelId="{BBE52413-4A97-4B41-B42E-147513D8A4F6}" type="presParOf" srcId="{F7816E8B-6824-4AAD-B185-9B3681B8D4DB}" destId="{AD4A1E8E-1D9F-4D5B-82BB-CF2D35B46D5A}" srcOrd="2" destOrd="0" presId="urn:microsoft.com/office/officeart/2018/2/layout/IconCircleList"/>
    <dgm:cxn modelId="{92984B14-95AD-41BA-A740-3097F915BA32}" type="presParOf" srcId="{F7816E8B-6824-4AAD-B185-9B3681B8D4DB}" destId="{69E8824C-B0E4-4172-8189-1F0F9E263130}" srcOrd="3" destOrd="0" presId="urn:microsoft.com/office/officeart/2018/2/layout/IconCircle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02923D-55F1-494E-97D9-8EDAC75A8079}" type="doc">
      <dgm:prSet loTypeId="urn:microsoft.com/office/officeart/2005/8/layout/chevron1" loCatId="process" qsTypeId="urn:microsoft.com/office/officeart/2005/8/quickstyle/simple1" qsCatId="simple" csTypeId="urn:microsoft.com/office/officeart/2005/8/colors/accent1_2" csCatId="accent1" phldr="1"/>
      <dgm:spPr/>
    </dgm:pt>
    <dgm:pt modelId="{30F027ED-BBA7-4ACC-A81E-B15154AC09A5}">
      <dgm:prSet phldrT="[Text]"/>
      <dgm:spPr/>
      <dgm:t>
        <a:bodyPr/>
        <a:lstStyle/>
        <a:p>
          <a:r>
            <a:rPr lang="en-US">
              <a:latin typeface="+mj-lt"/>
            </a:rPr>
            <a:t>Project Roll Out</a:t>
          </a:r>
          <a:endParaRPr lang="en-MY">
            <a:latin typeface="+mj-lt"/>
          </a:endParaRPr>
        </a:p>
      </dgm:t>
    </dgm:pt>
    <dgm:pt modelId="{0FBC5F99-981B-4BFD-B960-71ED7E888151}" type="parTrans" cxnId="{2318E013-C53D-405F-BA5A-854E3A85F00C}">
      <dgm:prSet/>
      <dgm:spPr/>
      <dgm:t>
        <a:bodyPr/>
        <a:lstStyle/>
        <a:p>
          <a:endParaRPr lang="en-MY">
            <a:latin typeface="+mj-lt"/>
          </a:endParaRPr>
        </a:p>
      </dgm:t>
    </dgm:pt>
    <dgm:pt modelId="{A9E00495-B45B-42C5-8F20-6E2CC3E35ED7}" type="sibTrans" cxnId="{2318E013-C53D-405F-BA5A-854E3A85F00C}">
      <dgm:prSet/>
      <dgm:spPr/>
      <dgm:t>
        <a:bodyPr/>
        <a:lstStyle/>
        <a:p>
          <a:endParaRPr lang="en-MY">
            <a:latin typeface="+mj-lt"/>
          </a:endParaRPr>
        </a:p>
      </dgm:t>
    </dgm:pt>
    <dgm:pt modelId="{6AFE394C-68A8-44B3-9F22-3F5560B61476}">
      <dgm:prSet phldrT="[Text]"/>
      <dgm:spPr/>
      <dgm:t>
        <a:bodyPr/>
        <a:lstStyle/>
        <a:p>
          <a:r>
            <a:rPr lang="en-US">
              <a:latin typeface="+mj-lt"/>
            </a:rPr>
            <a:t>Resource mobilization</a:t>
          </a:r>
          <a:endParaRPr lang="en-MY">
            <a:latin typeface="+mj-lt"/>
          </a:endParaRPr>
        </a:p>
      </dgm:t>
    </dgm:pt>
    <dgm:pt modelId="{C1046572-FD2C-4EF4-AF3A-573EBDB48351}" type="sibTrans" cxnId="{F1ABD9AF-8158-4FD1-BC70-EC3665E64F76}">
      <dgm:prSet/>
      <dgm:spPr/>
      <dgm:t>
        <a:bodyPr/>
        <a:lstStyle/>
        <a:p>
          <a:endParaRPr lang="en-MY">
            <a:latin typeface="+mj-lt"/>
          </a:endParaRPr>
        </a:p>
      </dgm:t>
    </dgm:pt>
    <dgm:pt modelId="{F35D8C3A-7773-45E9-9D30-262EA14B5B58}" type="parTrans" cxnId="{F1ABD9AF-8158-4FD1-BC70-EC3665E64F76}">
      <dgm:prSet/>
      <dgm:spPr/>
      <dgm:t>
        <a:bodyPr/>
        <a:lstStyle/>
        <a:p>
          <a:endParaRPr lang="en-MY">
            <a:latin typeface="+mj-lt"/>
          </a:endParaRPr>
        </a:p>
      </dgm:t>
    </dgm:pt>
    <dgm:pt modelId="{89036E45-F575-432C-AE28-3D597B499382}">
      <dgm:prSet phldrT="[Text]"/>
      <dgm:spPr/>
      <dgm:t>
        <a:bodyPr/>
        <a:lstStyle/>
        <a:p>
          <a:r>
            <a:rPr lang="en-MY">
              <a:latin typeface="+mj-lt"/>
            </a:rPr>
            <a:t>Refine Project Scope &amp; Implementation Planning</a:t>
          </a:r>
        </a:p>
      </dgm:t>
    </dgm:pt>
    <dgm:pt modelId="{49D67479-867E-462D-893D-C68E3106F351}" type="sibTrans" cxnId="{87DF498B-E710-4F5B-8D67-1E39B39D713F}">
      <dgm:prSet/>
      <dgm:spPr/>
      <dgm:t>
        <a:bodyPr/>
        <a:lstStyle/>
        <a:p>
          <a:endParaRPr lang="en-MY">
            <a:latin typeface="+mj-lt"/>
          </a:endParaRPr>
        </a:p>
      </dgm:t>
    </dgm:pt>
    <dgm:pt modelId="{0B0C645E-34DC-4695-8F68-03DF0709A920}" type="parTrans" cxnId="{87DF498B-E710-4F5B-8D67-1E39B39D713F}">
      <dgm:prSet/>
      <dgm:spPr/>
      <dgm:t>
        <a:bodyPr/>
        <a:lstStyle/>
        <a:p>
          <a:endParaRPr lang="en-MY">
            <a:latin typeface="+mj-lt"/>
          </a:endParaRPr>
        </a:p>
      </dgm:t>
    </dgm:pt>
    <dgm:pt modelId="{E05097DE-FAE5-4EC7-8B56-D01403D69225}">
      <dgm:prSet/>
      <dgm:spPr/>
      <dgm:t>
        <a:bodyPr/>
        <a:lstStyle/>
        <a:p>
          <a:r>
            <a:rPr lang="en-MY">
              <a:latin typeface="+mj-lt"/>
            </a:rPr>
            <a:t>Project Kick-Off</a:t>
          </a:r>
        </a:p>
      </dgm:t>
    </dgm:pt>
    <dgm:pt modelId="{583E45FA-F272-4E0F-97B7-3F045865016F}" type="sibTrans" cxnId="{F5617A76-756D-4C65-933A-521A617E6D58}">
      <dgm:prSet/>
      <dgm:spPr/>
      <dgm:t>
        <a:bodyPr/>
        <a:lstStyle/>
        <a:p>
          <a:endParaRPr lang="en-MY"/>
        </a:p>
      </dgm:t>
    </dgm:pt>
    <dgm:pt modelId="{372CB8AD-3840-4CE4-8637-4A3997D30571}" type="parTrans" cxnId="{F5617A76-756D-4C65-933A-521A617E6D58}">
      <dgm:prSet/>
      <dgm:spPr/>
      <dgm:t>
        <a:bodyPr/>
        <a:lstStyle/>
        <a:p>
          <a:endParaRPr lang="en-MY"/>
        </a:p>
      </dgm:t>
    </dgm:pt>
    <dgm:pt modelId="{9663A311-18A9-4BD7-B082-8956A792C8D8}">
      <dgm:prSet phldrT="[Text]"/>
      <dgm:spPr/>
      <dgm:t>
        <a:bodyPr/>
        <a:lstStyle/>
        <a:p>
          <a:r>
            <a:rPr lang="en-MY">
              <a:latin typeface="+mj-lt"/>
            </a:rPr>
            <a:t>Phase 1a - Platform Readiness and Interim Data Storage</a:t>
          </a:r>
        </a:p>
      </dgm:t>
    </dgm:pt>
    <dgm:pt modelId="{EC096781-5012-43A8-8688-AC01AA68A577}" type="sibTrans" cxnId="{A868ABBC-83ED-42FC-A829-EDDA3C52AD14}">
      <dgm:prSet/>
      <dgm:spPr/>
      <dgm:t>
        <a:bodyPr/>
        <a:lstStyle/>
        <a:p>
          <a:endParaRPr lang="en-MY">
            <a:latin typeface="+mj-lt"/>
          </a:endParaRPr>
        </a:p>
      </dgm:t>
    </dgm:pt>
    <dgm:pt modelId="{55F4E152-6C70-491D-9372-2A60B9917ECC}" type="parTrans" cxnId="{A868ABBC-83ED-42FC-A829-EDDA3C52AD14}">
      <dgm:prSet/>
      <dgm:spPr/>
      <dgm:t>
        <a:bodyPr/>
        <a:lstStyle/>
        <a:p>
          <a:endParaRPr lang="en-MY">
            <a:latin typeface="+mj-lt"/>
          </a:endParaRPr>
        </a:p>
      </dgm:t>
    </dgm:pt>
    <dgm:pt modelId="{1A954E71-C71B-F544-A18C-7D39653E88A1}">
      <dgm:prSet/>
      <dgm:spPr/>
      <dgm:t>
        <a:bodyPr/>
        <a:lstStyle/>
        <a:p>
          <a:r>
            <a:rPr lang="en-MY">
              <a:latin typeface="+mj-lt"/>
            </a:rPr>
            <a:t>Technical Requirement Study</a:t>
          </a:r>
          <a:endParaRPr lang="en-US">
            <a:latin typeface="+mj-lt"/>
          </a:endParaRPr>
        </a:p>
      </dgm:t>
    </dgm:pt>
    <dgm:pt modelId="{CEB5610C-4F5B-0548-8852-1A1195172348}" type="sibTrans" cxnId="{E94A2F5C-66C0-E94A-B5F5-04C8FE184C64}">
      <dgm:prSet/>
      <dgm:spPr/>
      <dgm:t>
        <a:bodyPr/>
        <a:lstStyle/>
        <a:p>
          <a:endParaRPr lang="en-GB"/>
        </a:p>
      </dgm:t>
    </dgm:pt>
    <dgm:pt modelId="{9AB7610B-5A57-DD40-990D-4A2CD6A8F855}" type="parTrans" cxnId="{E94A2F5C-66C0-E94A-B5F5-04C8FE184C64}">
      <dgm:prSet/>
      <dgm:spPr/>
      <dgm:t>
        <a:bodyPr/>
        <a:lstStyle/>
        <a:p>
          <a:endParaRPr lang="en-GB"/>
        </a:p>
      </dgm:t>
    </dgm:pt>
    <dgm:pt modelId="{4D271853-B05E-4E7A-A9C0-1B3AAACAB18D}">
      <dgm:prSet phldrT="[Text]"/>
      <dgm:spPr/>
      <dgm:t>
        <a:bodyPr/>
        <a:lstStyle/>
        <a:p>
          <a:r>
            <a:rPr lang="en-MY">
              <a:latin typeface="+mj-lt"/>
            </a:rPr>
            <a:t>Phase 1b - Establish Raw Layer/Data Extraction</a:t>
          </a:r>
        </a:p>
      </dgm:t>
    </dgm:pt>
    <dgm:pt modelId="{03E2A8B9-EDF1-4D1E-8CEB-F9451C4A95A5}" type="sibTrans" cxnId="{D685ED86-CF99-4521-BAC0-3CA10122E4C5}">
      <dgm:prSet/>
      <dgm:spPr/>
      <dgm:t>
        <a:bodyPr/>
        <a:lstStyle/>
        <a:p>
          <a:endParaRPr lang="en-MY">
            <a:latin typeface="+mj-lt"/>
          </a:endParaRPr>
        </a:p>
      </dgm:t>
    </dgm:pt>
    <dgm:pt modelId="{3A912B45-B517-429C-BCB4-D7BDB01EE78F}" type="parTrans" cxnId="{D685ED86-CF99-4521-BAC0-3CA10122E4C5}">
      <dgm:prSet/>
      <dgm:spPr/>
      <dgm:t>
        <a:bodyPr/>
        <a:lstStyle/>
        <a:p>
          <a:endParaRPr lang="en-MY">
            <a:latin typeface="+mj-lt"/>
          </a:endParaRPr>
        </a:p>
      </dgm:t>
    </dgm:pt>
    <dgm:pt modelId="{444C5D25-841D-4970-975D-7233ACA581DC}">
      <dgm:prSet phldrT="[Text]"/>
      <dgm:spPr/>
      <dgm:t>
        <a:bodyPr/>
        <a:lstStyle/>
        <a:p>
          <a:r>
            <a:rPr lang="en-MY">
              <a:latin typeface="+mj-lt"/>
            </a:rPr>
            <a:t>Phase 1c - Establish Harmonized Layer/Data Transformation</a:t>
          </a:r>
          <a:endParaRPr lang="en-MY">
            <a:solidFill>
              <a:schemeClr val="bg1"/>
            </a:solidFill>
            <a:latin typeface="+mj-lt"/>
          </a:endParaRPr>
        </a:p>
      </dgm:t>
    </dgm:pt>
    <dgm:pt modelId="{956D8C4F-AD95-4549-B1CD-79DA3A00D8E5}" type="sibTrans" cxnId="{BD95DEB8-EAF0-4485-9A3E-694DD9F074F6}">
      <dgm:prSet/>
      <dgm:spPr/>
      <dgm:t>
        <a:bodyPr/>
        <a:lstStyle/>
        <a:p>
          <a:endParaRPr lang="en-MY"/>
        </a:p>
      </dgm:t>
    </dgm:pt>
    <dgm:pt modelId="{925AA71E-1D9E-42FD-9F30-9D811406194F}" type="parTrans" cxnId="{BD95DEB8-EAF0-4485-9A3E-694DD9F074F6}">
      <dgm:prSet/>
      <dgm:spPr/>
      <dgm:t>
        <a:bodyPr/>
        <a:lstStyle/>
        <a:p>
          <a:endParaRPr lang="en-MY"/>
        </a:p>
      </dgm:t>
    </dgm:pt>
    <dgm:pt modelId="{3CA9F389-8B25-4A1D-A7F1-DBEF1DFA439E}">
      <dgm:prSet/>
      <dgm:spPr/>
      <dgm:t>
        <a:bodyPr/>
        <a:lstStyle/>
        <a:p>
          <a:r>
            <a:rPr lang="en-MY" b="0" i="0" u="none"/>
            <a:t>Data Model Design</a:t>
          </a:r>
          <a:endParaRPr lang="en-MY">
            <a:latin typeface="+mj-lt"/>
          </a:endParaRPr>
        </a:p>
      </dgm:t>
    </dgm:pt>
    <dgm:pt modelId="{EF0F544E-D014-4CB4-B273-4E884829D36D}" type="sibTrans" cxnId="{28F90B24-FA4C-43F4-AAC4-55D69494D987}">
      <dgm:prSet/>
      <dgm:spPr/>
      <dgm:t>
        <a:bodyPr/>
        <a:lstStyle/>
        <a:p>
          <a:endParaRPr lang="en-MY"/>
        </a:p>
      </dgm:t>
    </dgm:pt>
    <dgm:pt modelId="{54D72A31-C107-4315-95DD-8EC498171A75}" type="parTrans" cxnId="{28F90B24-FA4C-43F4-AAC4-55D69494D987}">
      <dgm:prSet/>
      <dgm:spPr/>
      <dgm:t>
        <a:bodyPr/>
        <a:lstStyle/>
        <a:p>
          <a:endParaRPr lang="en-MY"/>
        </a:p>
      </dgm:t>
    </dgm:pt>
    <dgm:pt modelId="{6119E613-6401-2540-8AE5-E2F7C68E6FC1}">
      <dgm:prSet phldrT="[Text]"/>
      <dgm:spPr/>
      <dgm:t>
        <a:bodyPr/>
        <a:lstStyle/>
        <a:p>
          <a:pPr>
            <a:buFont typeface="Arial" panose="020B0604020202020204" pitchFamily="34" charset="0"/>
            <a:buChar char="•"/>
          </a:pPr>
          <a:r>
            <a:rPr lang="en-MY" b="0" i="0" u="none"/>
            <a:t>UIUX design deliverables and verification</a:t>
          </a:r>
          <a:endParaRPr lang="en-MY">
            <a:solidFill>
              <a:schemeClr val="tx1"/>
            </a:solidFill>
            <a:latin typeface="+mj-lt"/>
          </a:endParaRPr>
        </a:p>
      </dgm:t>
    </dgm:pt>
    <dgm:pt modelId="{6828ACAD-0AD2-6449-9CA4-FCF5DE847CBD}" type="sibTrans" cxnId="{FAF03F08-D665-7848-B623-D8161FA2CA02}">
      <dgm:prSet/>
      <dgm:spPr/>
      <dgm:t>
        <a:bodyPr/>
        <a:lstStyle/>
        <a:p>
          <a:endParaRPr lang="en-GB"/>
        </a:p>
      </dgm:t>
    </dgm:pt>
    <dgm:pt modelId="{E90C6C45-00AA-134A-BB2F-DD12D7D50628}" type="parTrans" cxnId="{FAF03F08-D665-7848-B623-D8161FA2CA02}">
      <dgm:prSet/>
      <dgm:spPr/>
      <dgm:t>
        <a:bodyPr/>
        <a:lstStyle/>
        <a:p>
          <a:endParaRPr lang="en-GB"/>
        </a:p>
      </dgm:t>
    </dgm:pt>
    <dgm:pt modelId="{7612FAE4-7BF2-BE4F-AA44-D650E74F76BF}">
      <dgm:prSet/>
      <dgm:spPr/>
      <dgm:t>
        <a:bodyPr/>
        <a:lstStyle/>
        <a:p>
          <a:pPr>
            <a:buFont typeface="Arial" panose="020B0604020202020204" pitchFamily="34" charset="0"/>
            <a:buChar char="•"/>
          </a:pPr>
          <a:r>
            <a:rPr lang="en-MY" b="0" i="0" u="none"/>
            <a:t>Phase 1g - Post Implementation</a:t>
          </a:r>
        </a:p>
      </dgm:t>
    </dgm:pt>
    <dgm:pt modelId="{23ADC38F-B827-254B-A2A5-7E9A46D4BBDB}" type="sibTrans" cxnId="{5259008C-69D7-7449-A02F-B7F88D4933DB}">
      <dgm:prSet/>
      <dgm:spPr/>
      <dgm:t>
        <a:bodyPr/>
        <a:lstStyle/>
        <a:p>
          <a:endParaRPr lang="en-GB"/>
        </a:p>
      </dgm:t>
    </dgm:pt>
    <dgm:pt modelId="{8D9E8C36-E725-244C-9132-62ADBBF9D4FC}" type="parTrans" cxnId="{5259008C-69D7-7449-A02F-B7F88D4933DB}">
      <dgm:prSet/>
      <dgm:spPr/>
      <dgm:t>
        <a:bodyPr/>
        <a:lstStyle/>
        <a:p>
          <a:endParaRPr lang="en-GB"/>
        </a:p>
      </dgm:t>
    </dgm:pt>
    <dgm:pt modelId="{EAAC3AEC-5198-F349-B405-BD52B8E04D89}">
      <dgm:prSet/>
      <dgm:spPr/>
      <dgm:t>
        <a:bodyPr/>
        <a:lstStyle/>
        <a:p>
          <a:pPr>
            <a:buFont typeface="Arial" panose="020B0604020202020204" pitchFamily="34" charset="0"/>
            <a:buChar char="•"/>
          </a:pPr>
          <a:r>
            <a:rPr lang="en-MY" b="0" i="0" u="none"/>
            <a:t>Production Deployment</a:t>
          </a:r>
        </a:p>
      </dgm:t>
    </dgm:pt>
    <dgm:pt modelId="{73F7BE19-9F83-BE48-B513-4D635678E870}" type="sibTrans" cxnId="{A2CBDFC5-625B-784D-9D2B-502778AC78DF}">
      <dgm:prSet/>
      <dgm:spPr/>
      <dgm:t>
        <a:bodyPr/>
        <a:lstStyle/>
        <a:p>
          <a:endParaRPr lang="en-GB"/>
        </a:p>
      </dgm:t>
    </dgm:pt>
    <dgm:pt modelId="{C350B727-0ED9-9C48-8DD1-22795967E537}" type="parTrans" cxnId="{A2CBDFC5-625B-784D-9D2B-502778AC78DF}">
      <dgm:prSet/>
      <dgm:spPr/>
      <dgm:t>
        <a:bodyPr/>
        <a:lstStyle/>
        <a:p>
          <a:endParaRPr lang="en-GB"/>
        </a:p>
      </dgm:t>
    </dgm:pt>
    <dgm:pt modelId="{89E9D917-F0F2-4FA2-922E-2C79DC4CFDC5}">
      <dgm:prSet/>
      <dgm:spPr/>
      <dgm:t>
        <a:bodyPr/>
        <a:lstStyle/>
        <a:p>
          <a:r>
            <a:rPr lang="en-MY" b="0" i="0" u="none"/>
            <a:t>Training</a:t>
          </a:r>
          <a:endParaRPr lang="en-MY"/>
        </a:p>
      </dgm:t>
    </dgm:pt>
    <dgm:pt modelId="{6714698A-E54F-4C00-A407-173FA71680B7}" type="parTrans" cxnId="{E20ACD35-08D1-49E3-A713-22438E01589A}">
      <dgm:prSet/>
      <dgm:spPr/>
      <dgm:t>
        <a:bodyPr/>
        <a:lstStyle/>
        <a:p>
          <a:endParaRPr lang="en-MY"/>
        </a:p>
      </dgm:t>
    </dgm:pt>
    <dgm:pt modelId="{D1225F37-F577-411F-AA95-8464EA28BC1A}" type="sibTrans" cxnId="{E20ACD35-08D1-49E3-A713-22438E01589A}">
      <dgm:prSet/>
      <dgm:spPr/>
      <dgm:t>
        <a:bodyPr/>
        <a:lstStyle/>
        <a:p>
          <a:endParaRPr lang="en-MY"/>
        </a:p>
      </dgm:t>
    </dgm:pt>
    <dgm:pt modelId="{2300F7C3-51EB-41EF-BF51-BA9D39E1706C}">
      <dgm:prSet/>
      <dgm:spPr/>
      <dgm:t>
        <a:bodyPr/>
        <a:lstStyle/>
        <a:p>
          <a:r>
            <a:rPr lang="en-MY" b="0" i="0" u="none"/>
            <a:t>Project Closure</a:t>
          </a:r>
          <a:endParaRPr lang="en-MY"/>
        </a:p>
      </dgm:t>
    </dgm:pt>
    <dgm:pt modelId="{131C658E-E62D-4DFF-A098-B199671292C3}" type="parTrans" cxnId="{CB9C66F9-E511-4BB1-B913-D3B6A261A928}">
      <dgm:prSet/>
      <dgm:spPr/>
      <dgm:t>
        <a:bodyPr/>
        <a:lstStyle/>
        <a:p>
          <a:endParaRPr lang="en-MY"/>
        </a:p>
      </dgm:t>
    </dgm:pt>
    <dgm:pt modelId="{4EFBB7AF-F256-4B52-941F-A3370D6BD718}" type="sibTrans" cxnId="{CB9C66F9-E511-4BB1-B913-D3B6A261A928}">
      <dgm:prSet/>
      <dgm:spPr/>
      <dgm:t>
        <a:bodyPr/>
        <a:lstStyle/>
        <a:p>
          <a:endParaRPr lang="en-MY"/>
        </a:p>
      </dgm:t>
    </dgm:pt>
    <dgm:pt modelId="{2C35FB94-5B2B-4BF5-99FB-ADE6E0D7DAD3}">
      <dgm:prSet/>
      <dgm:spPr/>
      <dgm:t>
        <a:bodyPr/>
        <a:lstStyle/>
        <a:p>
          <a:r>
            <a:rPr lang="en-MY"/>
            <a:t>Phase 1e - Data Catalogue</a:t>
          </a:r>
        </a:p>
      </dgm:t>
    </dgm:pt>
    <dgm:pt modelId="{CE43F479-3912-43FE-BA3E-166A636458D0}" type="parTrans" cxnId="{0E09F381-DBB0-4058-9885-90E7874C8ECA}">
      <dgm:prSet/>
      <dgm:spPr/>
      <dgm:t>
        <a:bodyPr/>
        <a:lstStyle/>
        <a:p>
          <a:endParaRPr lang="en-MY"/>
        </a:p>
      </dgm:t>
    </dgm:pt>
    <dgm:pt modelId="{390F9076-A43E-4672-913B-B286DEC27CD1}" type="sibTrans" cxnId="{0E09F381-DBB0-4058-9885-90E7874C8ECA}">
      <dgm:prSet/>
      <dgm:spPr/>
      <dgm:t>
        <a:bodyPr/>
        <a:lstStyle/>
        <a:p>
          <a:endParaRPr lang="en-MY"/>
        </a:p>
      </dgm:t>
    </dgm:pt>
    <dgm:pt modelId="{0EAC6727-0E0C-EC40-8F75-EACEEFC81D31}">
      <dgm:prSet phldrT="[Text]"/>
      <dgm:spPr/>
      <dgm:t>
        <a:bodyPr/>
        <a:lstStyle/>
        <a:p>
          <a:r>
            <a:rPr lang="en-MY">
              <a:solidFill>
                <a:schemeClr val="bg1"/>
              </a:solidFill>
              <a:latin typeface="+mj-lt"/>
            </a:rPr>
            <a:t>Phase 1f - Application Modernization</a:t>
          </a:r>
        </a:p>
      </dgm:t>
    </dgm:pt>
    <dgm:pt modelId="{3C786E30-D428-C543-8191-104DB6558405}" type="sibTrans" cxnId="{DDEC7B8F-F9DD-2C46-A8CE-BEBCE1EC5897}">
      <dgm:prSet/>
      <dgm:spPr/>
      <dgm:t>
        <a:bodyPr/>
        <a:lstStyle/>
        <a:p>
          <a:endParaRPr lang="en-GB"/>
        </a:p>
      </dgm:t>
    </dgm:pt>
    <dgm:pt modelId="{817CD06C-A0A0-2C47-BFBD-E96B122AA626}" type="parTrans" cxnId="{DDEC7B8F-F9DD-2C46-A8CE-BEBCE1EC5897}">
      <dgm:prSet/>
      <dgm:spPr/>
      <dgm:t>
        <a:bodyPr/>
        <a:lstStyle/>
        <a:p>
          <a:endParaRPr lang="en-GB"/>
        </a:p>
      </dgm:t>
    </dgm:pt>
    <dgm:pt modelId="{47D6C8DC-3136-44B9-9CA8-5D146732D5B6}">
      <dgm:prSet phldrT="[Text]"/>
      <dgm:spPr/>
      <dgm:t>
        <a:bodyPr/>
        <a:lstStyle/>
        <a:p>
          <a:r>
            <a:rPr lang="en-MY">
              <a:solidFill>
                <a:srgbClr val="000000"/>
              </a:solidFill>
              <a:effectLst/>
              <a:latin typeface="+mj-lt"/>
              <a:ea typeface="Calibri" panose="020F0502020204030204" pitchFamily="34" charset="0"/>
            </a:rPr>
            <a:t>Metadata Driven Ingestion (MDI) Framework Design</a:t>
          </a:r>
          <a:endParaRPr lang="en-MY">
            <a:latin typeface="+mj-lt"/>
          </a:endParaRPr>
        </a:p>
      </dgm:t>
    </dgm:pt>
    <dgm:pt modelId="{05E6D97C-C1D9-4DAA-A141-17D1A3479C74}" type="sibTrans" cxnId="{579C7BA9-C032-4E2F-966C-511CE06ECB82}">
      <dgm:prSet/>
      <dgm:spPr/>
      <dgm:t>
        <a:bodyPr/>
        <a:lstStyle/>
        <a:p>
          <a:endParaRPr lang="en-MY">
            <a:latin typeface="+mj-lt"/>
          </a:endParaRPr>
        </a:p>
      </dgm:t>
    </dgm:pt>
    <dgm:pt modelId="{578ABC3D-3177-423B-881E-36A7A20F205C}" type="parTrans" cxnId="{579C7BA9-C032-4E2F-966C-511CE06ECB82}">
      <dgm:prSet/>
      <dgm:spPr/>
      <dgm:t>
        <a:bodyPr/>
        <a:lstStyle/>
        <a:p>
          <a:endParaRPr lang="en-MY">
            <a:latin typeface="+mj-lt"/>
          </a:endParaRPr>
        </a:p>
      </dgm:t>
    </dgm:pt>
    <dgm:pt modelId="{2EFFAB02-19FE-49BA-BF63-60244EF7B4D9}">
      <dgm:prSet/>
      <dgm:spPr/>
      <dgm:t>
        <a:bodyPr/>
        <a:lstStyle/>
        <a:p>
          <a:r>
            <a:rPr lang="en-MY"/>
            <a:t>Design Data Governnace and Quality Control per best practices</a:t>
          </a:r>
        </a:p>
      </dgm:t>
    </dgm:pt>
    <dgm:pt modelId="{E2575D11-388C-4817-8848-046599858302}" type="parTrans" cxnId="{8806EEE5-CDC9-423C-B1DF-8F2CF0B71D9D}">
      <dgm:prSet/>
      <dgm:spPr/>
      <dgm:t>
        <a:bodyPr/>
        <a:lstStyle/>
        <a:p>
          <a:endParaRPr lang="en-MY"/>
        </a:p>
      </dgm:t>
    </dgm:pt>
    <dgm:pt modelId="{21F70482-F4C8-4C1E-8BFA-E306656619B8}" type="sibTrans" cxnId="{8806EEE5-CDC9-423C-B1DF-8F2CF0B71D9D}">
      <dgm:prSet/>
      <dgm:spPr/>
      <dgm:t>
        <a:bodyPr/>
        <a:lstStyle/>
        <a:p>
          <a:endParaRPr lang="en-MY"/>
        </a:p>
      </dgm:t>
    </dgm:pt>
    <dgm:pt modelId="{DF7388B1-74AC-49C8-8875-C98E89EA56A7}">
      <dgm:prSet/>
      <dgm:spPr/>
      <dgm:t>
        <a:bodyPr/>
        <a:lstStyle/>
        <a:p>
          <a:r>
            <a:rPr lang="en-US">
              <a:effectLst/>
              <a:latin typeface="+mj-lt"/>
              <a:ea typeface="Calibri" panose="020F0502020204030204" pitchFamily="34" charset="0"/>
            </a:rPr>
            <a:t>Project Closure</a:t>
          </a:r>
          <a:endParaRPr lang="en-MY"/>
        </a:p>
      </dgm:t>
    </dgm:pt>
    <dgm:pt modelId="{CCD5561F-106B-4596-A9C4-6EE976921D00}" type="parTrans" cxnId="{F239F53C-8652-41C9-A026-654C274F69F0}">
      <dgm:prSet/>
      <dgm:spPr/>
      <dgm:t>
        <a:bodyPr/>
        <a:lstStyle/>
        <a:p>
          <a:endParaRPr lang="en-MY"/>
        </a:p>
      </dgm:t>
    </dgm:pt>
    <dgm:pt modelId="{DB2CC17C-4BCD-4245-91EA-02AD681DC62C}" type="sibTrans" cxnId="{F239F53C-8652-41C9-A026-654C274F69F0}">
      <dgm:prSet/>
      <dgm:spPr/>
      <dgm:t>
        <a:bodyPr/>
        <a:lstStyle/>
        <a:p>
          <a:endParaRPr lang="en-MY"/>
        </a:p>
      </dgm:t>
    </dgm:pt>
    <dgm:pt modelId="{E2750E7E-C03D-47C9-B132-18778C82208D}">
      <dgm:prSet/>
      <dgm:spPr/>
      <dgm:t>
        <a:bodyPr/>
        <a:lstStyle/>
        <a:p>
          <a:r>
            <a:rPr lang="en-MY"/>
            <a:t>Phase 1h - Training</a:t>
          </a:r>
        </a:p>
      </dgm:t>
    </dgm:pt>
    <dgm:pt modelId="{D104C835-03F6-47E0-B94A-70D7FE86A5EA}" type="parTrans" cxnId="{5CCEA643-9CB0-4198-A9F4-D05B9FCDC89D}">
      <dgm:prSet/>
      <dgm:spPr/>
      <dgm:t>
        <a:bodyPr/>
        <a:lstStyle/>
        <a:p>
          <a:endParaRPr lang="en-MY"/>
        </a:p>
      </dgm:t>
    </dgm:pt>
    <dgm:pt modelId="{1B7C6578-DAAA-447E-890A-25C3E0D0D64C}" type="sibTrans" cxnId="{5CCEA643-9CB0-4198-A9F4-D05B9FCDC89D}">
      <dgm:prSet/>
      <dgm:spPr/>
      <dgm:t>
        <a:bodyPr/>
        <a:lstStyle/>
        <a:p>
          <a:endParaRPr lang="en-MY"/>
        </a:p>
      </dgm:t>
    </dgm:pt>
    <dgm:pt modelId="{77735640-7DCD-4B7E-BD26-13D1967C8074}">
      <dgm:prSet/>
      <dgm:spPr/>
      <dgm:t>
        <a:bodyPr/>
        <a:lstStyle/>
        <a:p>
          <a:r>
            <a:rPr lang="en-MY">
              <a:latin typeface="+mj-lt"/>
            </a:rPr>
            <a:t>Technical Architecture Design &amp; Planning</a:t>
          </a:r>
        </a:p>
      </dgm:t>
    </dgm:pt>
    <dgm:pt modelId="{6100CC3F-2BEE-4E84-9360-BC135DBBCBA8}" type="parTrans" cxnId="{EA3B8836-6D00-4BD6-9979-24E73421642E}">
      <dgm:prSet/>
      <dgm:spPr/>
      <dgm:t>
        <a:bodyPr/>
        <a:lstStyle/>
        <a:p>
          <a:endParaRPr lang="en-MY"/>
        </a:p>
      </dgm:t>
    </dgm:pt>
    <dgm:pt modelId="{B5AFDC97-0643-4D98-90ED-62E6CAAC0C55}" type="sibTrans" cxnId="{EA3B8836-6D00-4BD6-9979-24E73421642E}">
      <dgm:prSet/>
      <dgm:spPr/>
      <dgm:t>
        <a:bodyPr/>
        <a:lstStyle/>
        <a:p>
          <a:endParaRPr lang="en-MY"/>
        </a:p>
      </dgm:t>
    </dgm:pt>
    <dgm:pt modelId="{66D73EF4-49A8-49E8-B8B9-FD73D412FB59}">
      <dgm:prSet/>
      <dgm:spPr/>
      <dgm:t>
        <a:bodyPr/>
        <a:lstStyle/>
        <a:p>
          <a:r>
            <a:rPr lang="en-MY">
              <a:latin typeface="+mj-lt"/>
            </a:rPr>
            <a:t>User Requirement Study (URS)</a:t>
          </a:r>
        </a:p>
      </dgm:t>
    </dgm:pt>
    <dgm:pt modelId="{77B83D27-C78C-46FA-B1F8-21F448DC3BBB}" type="parTrans" cxnId="{7015810A-4EDF-45D9-A7BD-978A67194452}">
      <dgm:prSet/>
      <dgm:spPr/>
      <dgm:t>
        <a:bodyPr/>
        <a:lstStyle/>
        <a:p>
          <a:endParaRPr lang="en-MY"/>
        </a:p>
      </dgm:t>
    </dgm:pt>
    <dgm:pt modelId="{75D282E0-B811-4B8D-A944-E249DD32E3F6}" type="sibTrans" cxnId="{7015810A-4EDF-45D9-A7BD-978A67194452}">
      <dgm:prSet/>
      <dgm:spPr/>
      <dgm:t>
        <a:bodyPr/>
        <a:lstStyle/>
        <a:p>
          <a:endParaRPr lang="en-MY"/>
        </a:p>
      </dgm:t>
    </dgm:pt>
    <dgm:pt modelId="{A314099E-BBD1-4D9C-997C-333A110F6526}">
      <dgm:prSet/>
      <dgm:spPr/>
      <dgm:t>
        <a:bodyPr/>
        <a:lstStyle/>
        <a:p>
          <a:r>
            <a:rPr lang="en-MY">
              <a:latin typeface="+mj-lt"/>
            </a:rPr>
            <a:t>Enterprise Data Platform Setup</a:t>
          </a:r>
        </a:p>
      </dgm:t>
    </dgm:pt>
    <dgm:pt modelId="{7EBEB619-8238-4FD5-A140-5C4A9E17CD45}" type="parTrans" cxnId="{677AC333-7FE0-4DB4-AD17-95BEDC0D24CA}">
      <dgm:prSet/>
      <dgm:spPr/>
      <dgm:t>
        <a:bodyPr/>
        <a:lstStyle/>
        <a:p>
          <a:endParaRPr lang="en-MY"/>
        </a:p>
      </dgm:t>
    </dgm:pt>
    <dgm:pt modelId="{7FF284D5-C440-4117-B39A-BF5B3817AA3C}" type="sibTrans" cxnId="{677AC333-7FE0-4DB4-AD17-95BEDC0D24CA}">
      <dgm:prSet/>
      <dgm:spPr/>
      <dgm:t>
        <a:bodyPr/>
        <a:lstStyle/>
        <a:p>
          <a:endParaRPr lang="en-MY"/>
        </a:p>
      </dgm:t>
    </dgm:pt>
    <dgm:pt modelId="{CBF24B06-435F-4DF2-A39D-ACD621D403A3}">
      <dgm:prSet/>
      <dgm:spPr/>
      <dgm:t>
        <a:bodyPr/>
        <a:lstStyle/>
        <a:p>
          <a:r>
            <a:rPr lang="en-MY">
              <a:latin typeface="+mj-lt"/>
            </a:rPr>
            <a:t>System Integration Test (SIT)</a:t>
          </a:r>
        </a:p>
      </dgm:t>
    </dgm:pt>
    <dgm:pt modelId="{150F5743-EAA5-4A47-B04D-9FF6B6B2306B}" type="parTrans" cxnId="{60262ECF-CD03-40D1-84C3-D1913E645F04}">
      <dgm:prSet/>
      <dgm:spPr/>
      <dgm:t>
        <a:bodyPr/>
        <a:lstStyle/>
        <a:p>
          <a:endParaRPr lang="en-MY"/>
        </a:p>
      </dgm:t>
    </dgm:pt>
    <dgm:pt modelId="{C69C54FD-9618-41FF-9CC6-A554E9B85950}" type="sibTrans" cxnId="{60262ECF-CD03-40D1-84C3-D1913E645F04}">
      <dgm:prSet/>
      <dgm:spPr/>
      <dgm:t>
        <a:bodyPr/>
        <a:lstStyle/>
        <a:p>
          <a:endParaRPr lang="en-MY"/>
        </a:p>
      </dgm:t>
    </dgm:pt>
    <dgm:pt modelId="{3789C125-37A8-4EB8-B716-4893D1406A7F}">
      <dgm:prSet/>
      <dgm:spPr/>
      <dgm:t>
        <a:bodyPr/>
        <a:lstStyle/>
        <a:p>
          <a:r>
            <a:rPr lang="en-MY">
              <a:solidFill>
                <a:srgbClr val="000000"/>
              </a:solidFill>
              <a:effectLst/>
              <a:latin typeface="+mj-lt"/>
              <a:ea typeface="Calibri" panose="020F0502020204030204" pitchFamily="34" charset="0"/>
            </a:rPr>
            <a:t>Data Pipeline Development (MDI)</a:t>
          </a:r>
        </a:p>
      </dgm:t>
    </dgm:pt>
    <dgm:pt modelId="{BC372D82-5814-4382-A1C2-8ED47BF7A9C9}" type="parTrans" cxnId="{4EC522BA-35E5-4A4E-872A-6D7DC22518F6}">
      <dgm:prSet/>
      <dgm:spPr/>
      <dgm:t>
        <a:bodyPr/>
        <a:lstStyle/>
        <a:p>
          <a:endParaRPr lang="en-MY"/>
        </a:p>
      </dgm:t>
    </dgm:pt>
    <dgm:pt modelId="{7A64DDA6-015D-4DC6-9EC6-A48347FD08D8}" type="sibTrans" cxnId="{4EC522BA-35E5-4A4E-872A-6D7DC22518F6}">
      <dgm:prSet/>
      <dgm:spPr/>
      <dgm:t>
        <a:bodyPr/>
        <a:lstStyle/>
        <a:p>
          <a:endParaRPr lang="en-MY"/>
        </a:p>
      </dgm:t>
    </dgm:pt>
    <dgm:pt modelId="{B24D9BD6-4A3B-49E8-B5DE-89801FAE99A7}">
      <dgm:prSet/>
      <dgm:spPr/>
      <dgm:t>
        <a:bodyPr/>
        <a:lstStyle/>
        <a:p>
          <a:r>
            <a:rPr lang="en-MY">
              <a:solidFill>
                <a:srgbClr val="000000"/>
              </a:solidFill>
              <a:effectLst/>
              <a:latin typeface="+mj-lt"/>
              <a:ea typeface="Calibri" panose="020F0502020204030204" pitchFamily="34" charset="0"/>
            </a:rPr>
            <a:t>Technical Documentation</a:t>
          </a:r>
        </a:p>
      </dgm:t>
    </dgm:pt>
    <dgm:pt modelId="{9AB27A2F-0712-4E71-8721-E0E6AFE9E651}" type="parTrans" cxnId="{E93D1E47-0A53-46C9-B706-58C0411511FB}">
      <dgm:prSet/>
      <dgm:spPr/>
      <dgm:t>
        <a:bodyPr/>
        <a:lstStyle/>
        <a:p>
          <a:endParaRPr lang="en-MY"/>
        </a:p>
      </dgm:t>
    </dgm:pt>
    <dgm:pt modelId="{20068153-53B5-4EC7-A2E5-44C05BAFB568}" type="sibTrans" cxnId="{E93D1E47-0A53-46C9-B706-58C0411511FB}">
      <dgm:prSet/>
      <dgm:spPr/>
      <dgm:t>
        <a:bodyPr/>
        <a:lstStyle/>
        <a:p>
          <a:endParaRPr lang="en-MY"/>
        </a:p>
      </dgm:t>
    </dgm:pt>
    <dgm:pt modelId="{8BCB4387-9E99-4235-B05B-0DBB45E7830F}">
      <dgm:prSet/>
      <dgm:spPr/>
      <dgm:t>
        <a:bodyPr/>
        <a:lstStyle/>
        <a:p>
          <a:r>
            <a:rPr lang="en-MY">
              <a:solidFill>
                <a:srgbClr val="000000"/>
              </a:solidFill>
              <a:effectLst/>
              <a:latin typeface="+mj-lt"/>
              <a:ea typeface="Calibri" panose="020F0502020204030204" pitchFamily="34" charset="0"/>
            </a:rPr>
            <a:t>User Acceptance Test (UAT)</a:t>
          </a:r>
        </a:p>
      </dgm:t>
    </dgm:pt>
    <dgm:pt modelId="{CFEE601E-FAAA-4036-B92B-2BAE31E69D43}" type="parTrans" cxnId="{D22128BA-7FDB-4740-9063-41505069AE23}">
      <dgm:prSet/>
      <dgm:spPr/>
      <dgm:t>
        <a:bodyPr/>
        <a:lstStyle/>
        <a:p>
          <a:endParaRPr lang="en-MY"/>
        </a:p>
      </dgm:t>
    </dgm:pt>
    <dgm:pt modelId="{20DB0856-0393-49E8-9175-A7F7659B7599}" type="sibTrans" cxnId="{D22128BA-7FDB-4740-9063-41505069AE23}">
      <dgm:prSet/>
      <dgm:spPr/>
      <dgm:t>
        <a:bodyPr/>
        <a:lstStyle/>
        <a:p>
          <a:endParaRPr lang="en-MY"/>
        </a:p>
      </dgm:t>
    </dgm:pt>
    <dgm:pt modelId="{8797472F-0D78-43ED-9153-5A25F05BD8FB}">
      <dgm:prSet/>
      <dgm:spPr/>
      <dgm:t>
        <a:bodyPr/>
        <a:lstStyle/>
        <a:p>
          <a:r>
            <a:rPr lang="en-MY" b="0" i="0" u="none"/>
            <a:t>Data Model Development</a:t>
          </a:r>
        </a:p>
      </dgm:t>
    </dgm:pt>
    <dgm:pt modelId="{46B140C8-5689-4690-88F0-765DCFD8137F}" type="parTrans" cxnId="{0DB0B15B-4B47-4B47-BF78-82E2545BBDDE}">
      <dgm:prSet/>
      <dgm:spPr/>
      <dgm:t>
        <a:bodyPr/>
        <a:lstStyle/>
        <a:p>
          <a:endParaRPr lang="en-MY"/>
        </a:p>
      </dgm:t>
    </dgm:pt>
    <dgm:pt modelId="{5C8C660E-EA68-4B02-B192-A390345FB91B}" type="sibTrans" cxnId="{0DB0B15B-4B47-4B47-BF78-82E2545BBDDE}">
      <dgm:prSet/>
      <dgm:spPr/>
      <dgm:t>
        <a:bodyPr/>
        <a:lstStyle/>
        <a:p>
          <a:endParaRPr lang="en-MY"/>
        </a:p>
      </dgm:t>
    </dgm:pt>
    <dgm:pt modelId="{5FF2A7C1-D049-4B60-A153-DB244B8EF48C}">
      <dgm:prSet/>
      <dgm:spPr/>
      <dgm:t>
        <a:bodyPr/>
        <a:lstStyle/>
        <a:p>
          <a:r>
            <a:rPr lang="en-MY" b="0" i="0" u="none"/>
            <a:t>Technical Documentation</a:t>
          </a:r>
        </a:p>
      </dgm:t>
    </dgm:pt>
    <dgm:pt modelId="{9FF20BAB-29A9-4F72-945E-13C14CEFDA37}" type="parTrans" cxnId="{EFE7A793-721B-4C6A-BE16-1ABEA6B15AEA}">
      <dgm:prSet/>
      <dgm:spPr/>
      <dgm:t>
        <a:bodyPr/>
        <a:lstStyle/>
        <a:p>
          <a:endParaRPr lang="en-MY"/>
        </a:p>
      </dgm:t>
    </dgm:pt>
    <dgm:pt modelId="{A81B61AC-CC9F-46D9-B83E-DDFB77459333}" type="sibTrans" cxnId="{EFE7A793-721B-4C6A-BE16-1ABEA6B15AEA}">
      <dgm:prSet/>
      <dgm:spPr/>
      <dgm:t>
        <a:bodyPr/>
        <a:lstStyle/>
        <a:p>
          <a:endParaRPr lang="en-MY"/>
        </a:p>
      </dgm:t>
    </dgm:pt>
    <dgm:pt modelId="{546DFABE-FF63-4326-ACBD-C3CC1C8202D1}">
      <dgm:prSet/>
      <dgm:spPr/>
      <dgm:t>
        <a:bodyPr/>
        <a:lstStyle/>
        <a:p>
          <a:r>
            <a:rPr lang="en-MY" b="0" i="0" u="none"/>
            <a:t>User Acceptance Test (UAT)</a:t>
          </a:r>
        </a:p>
      </dgm:t>
    </dgm:pt>
    <dgm:pt modelId="{CDCE5D4E-9CD0-42E6-9314-80AFD18AF921}" type="parTrans" cxnId="{E1706F32-F00C-45FD-AE1C-E57756150D09}">
      <dgm:prSet/>
      <dgm:spPr/>
      <dgm:t>
        <a:bodyPr/>
        <a:lstStyle/>
        <a:p>
          <a:endParaRPr lang="en-MY"/>
        </a:p>
      </dgm:t>
    </dgm:pt>
    <dgm:pt modelId="{34207F35-D3B5-49F8-95CD-FE9D7FAEA67E}" type="sibTrans" cxnId="{E1706F32-F00C-45FD-AE1C-E57756150D09}">
      <dgm:prSet/>
      <dgm:spPr/>
      <dgm:t>
        <a:bodyPr/>
        <a:lstStyle/>
        <a:p>
          <a:endParaRPr lang="en-MY"/>
        </a:p>
      </dgm:t>
    </dgm:pt>
    <dgm:pt modelId="{413485F3-FDF1-4EA3-8A69-A3FC98DD6C17}">
      <dgm:prSet/>
      <dgm:spPr/>
      <dgm:t>
        <a:bodyPr/>
        <a:lstStyle/>
        <a:p>
          <a:r>
            <a:rPr lang="en-MY" b="0" i="0" u="none"/>
            <a:t>Phase 1d - Establish Data Mart Layer/Data Loading</a:t>
          </a:r>
        </a:p>
      </dgm:t>
    </dgm:pt>
    <dgm:pt modelId="{2842F765-B91D-4EAE-9FBB-ED7C0A18C730}" type="parTrans" cxnId="{98969528-C843-4AD0-8155-9839EF83701C}">
      <dgm:prSet/>
      <dgm:spPr/>
      <dgm:t>
        <a:bodyPr/>
        <a:lstStyle/>
        <a:p>
          <a:endParaRPr lang="en-MY"/>
        </a:p>
      </dgm:t>
    </dgm:pt>
    <dgm:pt modelId="{3E8912DC-440C-45A7-8230-41407F69A7B2}" type="sibTrans" cxnId="{98969528-C843-4AD0-8155-9839EF83701C}">
      <dgm:prSet/>
      <dgm:spPr/>
      <dgm:t>
        <a:bodyPr/>
        <a:lstStyle/>
        <a:p>
          <a:endParaRPr lang="en-MY"/>
        </a:p>
      </dgm:t>
    </dgm:pt>
    <dgm:pt modelId="{B488E46E-F36F-45AE-A67C-9CA28F07B659}">
      <dgm:prSet/>
      <dgm:spPr/>
      <dgm:t>
        <a:bodyPr/>
        <a:lstStyle/>
        <a:p>
          <a:r>
            <a:rPr lang="en-MY" b="0" i="0" u="none"/>
            <a:t>Data Mart Design</a:t>
          </a:r>
        </a:p>
      </dgm:t>
    </dgm:pt>
    <dgm:pt modelId="{3FF6B2D2-FD9A-4097-ACBC-F326033ED787}" type="parTrans" cxnId="{00928F35-A538-4F8F-8C57-72259FEB5B03}">
      <dgm:prSet/>
      <dgm:spPr/>
      <dgm:t>
        <a:bodyPr/>
        <a:lstStyle/>
        <a:p>
          <a:endParaRPr lang="en-MY"/>
        </a:p>
      </dgm:t>
    </dgm:pt>
    <dgm:pt modelId="{4D2E7297-D532-4183-9C23-8CAED4500862}" type="sibTrans" cxnId="{00928F35-A538-4F8F-8C57-72259FEB5B03}">
      <dgm:prSet/>
      <dgm:spPr/>
      <dgm:t>
        <a:bodyPr/>
        <a:lstStyle/>
        <a:p>
          <a:endParaRPr lang="en-MY"/>
        </a:p>
      </dgm:t>
    </dgm:pt>
    <dgm:pt modelId="{8313FEBD-1F24-490C-899F-4CA80DBABF48}">
      <dgm:prSet/>
      <dgm:spPr/>
      <dgm:t>
        <a:bodyPr/>
        <a:lstStyle/>
        <a:p>
          <a:r>
            <a:rPr lang="en-MY" b="0" i="0" u="none"/>
            <a:t>Data Mart Development</a:t>
          </a:r>
        </a:p>
      </dgm:t>
    </dgm:pt>
    <dgm:pt modelId="{201F32FF-459E-457D-8AFE-CE6538820C5A}" type="parTrans" cxnId="{EC93F101-8217-429D-8722-61C0F7DE196C}">
      <dgm:prSet/>
      <dgm:spPr/>
      <dgm:t>
        <a:bodyPr/>
        <a:lstStyle/>
        <a:p>
          <a:endParaRPr lang="en-MY"/>
        </a:p>
      </dgm:t>
    </dgm:pt>
    <dgm:pt modelId="{70E882A0-84FC-43C2-B17E-F1178A71ACE1}" type="sibTrans" cxnId="{EC93F101-8217-429D-8722-61C0F7DE196C}">
      <dgm:prSet/>
      <dgm:spPr/>
      <dgm:t>
        <a:bodyPr/>
        <a:lstStyle/>
        <a:p>
          <a:endParaRPr lang="en-MY"/>
        </a:p>
      </dgm:t>
    </dgm:pt>
    <dgm:pt modelId="{2D8F6E05-F05A-4648-A0A4-F0EACF09B430}">
      <dgm:prSet/>
      <dgm:spPr/>
      <dgm:t>
        <a:bodyPr/>
        <a:lstStyle/>
        <a:p>
          <a:r>
            <a:rPr lang="en-MY" b="0" i="0" u="none"/>
            <a:t>Technical Documentation</a:t>
          </a:r>
        </a:p>
      </dgm:t>
    </dgm:pt>
    <dgm:pt modelId="{4E827176-D9C8-4D32-A6EA-F2C006714F49}" type="parTrans" cxnId="{AF3841EF-BAAF-460C-B384-106D577EA3E5}">
      <dgm:prSet/>
      <dgm:spPr/>
      <dgm:t>
        <a:bodyPr/>
        <a:lstStyle/>
        <a:p>
          <a:endParaRPr lang="en-MY"/>
        </a:p>
      </dgm:t>
    </dgm:pt>
    <dgm:pt modelId="{FB77C77F-9484-4D8B-8398-1742C89C19B6}" type="sibTrans" cxnId="{AF3841EF-BAAF-460C-B384-106D577EA3E5}">
      <dgm:prSet/>
      <dgm:spPr/>
      <dgm:t>
        <a:bodyPr/>
        <a:lstStyle/>
        <a:p>
          <a:endParaRPr lang="en-MY"/>
        </a:p>
      </dgm:t>
    </dgm:pt>
    <dgm:pt modelId="{9AF6415D-A8A8-48E8-A271-5A687A6287AC}">
      <dgm:prSet/>
      <dgm:spPr/>
      <dgm:t>
        <a:bodyPr/>
        <a:lstStyle/>
        <a:p>
          <a:r>
            <a:rPr lang="en-MY" b="0" i="0" u="none"/>
            <a:t>User Acceptance Test (UAT)</a:t>
          </a:r>
        </a:p>
      </dgm:t>
    </dgm:pt>
    <dgm:pt modelId="{B7EFA088-9A99-4D4D-AEC1-56D19DE0D4B0}" type="parTrans" cxnId="{D073E3E7-D98E-4042-A21B-BCCA852A86F8}">
      <dgm:prSet/>
      <dgm:spPr/>
      <dgm:t>
        <a:bodyPr/>
        <a:lstStyle/>
        <a:p>
          <a:endParaRPr lang="en-MY"/>
        </a:p>
      </dgm:t>
    </dgm:pt>
    <dgm:pt modelId="{49F5C1AA-CF56-4E3C-A773-D62B067CEEE3}" type="sibTrans" cxnId="{D073E3E7-D98E-4042-A21B-BCCA852A86F8}">
      <dgm:prSet/>
      <dgm:spPr/>
      <dgm:t>
        <a:bodyPr/>
        <a:lstStyle/>
        <a:p>
          <a:endParaRPr lang="en-MY"/>
        </a:p>
      </dgm:t>
    </dgm:pt>
    <dgm:pt modelId="{65F46445-5AFB-4C63-B116-C47010EC4A33}">
      <dgm:prSet/>
      <dgm:spPr/>
      <dgm:t>
        <a:bodyPr/>
        <a:lstStyle/>
        <a:p>
          <a:r>
            <a:rPr lang="en-MY"/>
            <a:t>Build Data Catalogue as per best practices</a:t>
          </a:r>
        </a:p>
      </dgm:t>
    </dgm:pt>
    <dgm:pt modelId="{9359EA60-2951-4587-A34B-BDF5E9CC8AE7}" type="parTrans" cxnId="{113BFA53-F580-43DD-A3D6-A5577455AD58}">
      <dgm:prSet/>
      <dgm:spPr/>
      <dgm:t>
        <a:bodyPr/>
        <a:lstStyle/>
        <a:p>
          <a:endParaRPr lang="en-MY"/>
        </a:p>
      </dgm:t>
    </dgm:pt>
    <dgm:pt modelId="{94D7D186-9FAD-454E-81C5-FB2D7B4C6C25}" type="sibTrans" cxnId="{113BFA53-F580-43DD-A3D6-A5577455AD58}">
      <dgm:prSet/>
      <dgm:spPr/>
      <dgm:t>
        <a:bodyPr/>
        <a:lstStyle/>
        <a:p>
          <a:endParaRPr lang="en-MY"/>
        </a:p>
      </dgm:t>
    </dgm:pt>
    <dgm:pt modelId="{6C59CE43-F414-4794-B89B-876704E20B16}">
      <dgm:prSet/>
      <dgm:spPr/>
      <dgm:t>
        <a:bodyPr/>
        <a:lstStyle/>
        <a:p>
          <a:r>
            <a:rPr lang="en-MY"/>
            <a:t>Technical Documentation</a:t>
          </a:r>
        </a:p>
      </dgm:t>
    </dgm:pt>
    <dgm:pt modelId="{159F8221-CC5E-4B6E-806D-FEE1A8F79DF0}" type="parTrans" cxnId="{BADFA382-BFF0-451A-89FF-FA81A4669175}">
      <dgm:prSet/>
      <dgm:spPr/>
      <dgm:t>
        <a:bodyPr/>
        <a:lstStyle/>
        <a:p>
          <a:endParaRPr lang="en-MY"/>
        </a:p>
      </dgm:t>
    </dgm:pt>
    <dgm:pt modelId="{81A3F2CD-4424-4A26-9123-7F3815263A95}" type="sibTrans" cxnId="{BADFA382-BFF0-451A-89FF-FA81A4669175}">
      <dgm:prSet/>
      <dgm:spPr/>
      <dgm:t>
        <a:bodyPr/>
        <a:lstStyle/>
        <a:p>
          <a:endParaRPr lang="en-MY"/>
        </a:p>
      </dgm:t>
    </dgm:pt>
    <dgm:pt modelId="{D6E605FE-AC48-4E24-9DF7-A354F80F7859}">
      <dgm:prSet/>
      <dgm:spPr/>
      <dgm:t>
        <a:bodyPr/>
        <a:lstStyle/>
        <a:p>
          <a:r>
            <a:rPr lang="en-MY"/>
            <a:t>User Acceptance Test (UAT)</a:t>
          </a:r>
        </a:p>
      </dgm:t>
    </dgm:pt>
    <dgm:pt modelId="{A5F8FD90-A45D-4B81-828C-E3E051646885}" type="parTrans" cxnId="{74C43192-DA51-4699-8545-D4D04A1439B4}">
      <dgm:prSet/>
      <dgm:spPr/>
      <dgm:t>
        <a:bodyPr/>
        <a:lstStyle/>
        <a:p>
          <a:endParaRPr lang="en-MY"/>
        </a:p>
      </dgm:t>
    </dgm:pt>
    <dgm:pt modelId="{FE374746-BF4B-464B-B0C3-94E0DAD9742A}" type="sibTrans" cxnId="{74C43192-DA51-4699-8545-D4D04A1439B4}">
      <dgm:prSet/>
      <dgm:spPr/>
      <dgm:t>
        <a:bodyPr/>
        <a:lstStyle/>
        <a:p>
          <a:endParaRPr lang="en-MY"/>
        </a:p>
      </dgm:t>
    </dgm:pt>
    <dgm:pt modelId="{3FFE71DC-8BF6-49FA-B0B7-5747C9FE2534}">
      <dgm:prSet/>
      <dgm:spPr/>
      <dgm:t>
        <a:bodyPr/>
        <a:lstStyle/>
        <a:p>
          <a:pPr>
            <a:buFont typeface="Arial" panose="020B0604020202020204" pitchFamily="34" charset="0"/>
            <a:buChar char="•"/>
          </a:pPr>
          <a:r>
            <a:rPr lang="en-MY" b="0" i="0" u="none"/>
            <a:t>To produce the high level and low level design document</a:t>
          </a:r>
        </a:p>
      </dgm:t>
    </dgm:pt>
    <dgm:pt modelId="{E5315C32-BF62-4801-A90D-55E9DBD09CA4}" type="parTrans" cxnId="{6290F3EB-185C-4B8C-8B16-168D914F6D49}">
      <dgm:prSet/>
      <dgm:spPr/>
      <dgm:t>
        <a:bodyPr/>
        <a:lstStyle/>
        <a:p>
          <a:endParaRPr lang="en-MY"/>
        </a:p>
      </dgm:t>
    </dgm:pt>
    <dgm:pt modelId="{66558E9A-49E8-41EB-B84A-A3A98310FE64}" type="sibTrans" cxnId="{6290F3EB-185C-4B8C-8B16-168D914F6D49}">
      <dgm:prSet/>
      <dgm:spPr/>
      <dgm:t>
        <a:bodyPr/>
        <a:lstStyle/>
        <a:p>
          <a:endParaRPr lang="en-MY"/>
        </a:p>
      </dgm:t>
    </dgm:pt>
    <dgm:pt modelId="{53A606F1-6026-4CD4-894E-AEDA8E29671E}">
      <dgm:prSet/>
      <dgm:spPr/>
      <dgm:t>
        <a:bodyPr/>
        <a:lstStyle/>
        <a:p>
          <a:pPr>
            <a:buFont typeface="Arial" panose="020B0604020202020204" pitchFamily="34" charset="0"/>
            <a:buChar char="•"/>
          </a:pPr>
          <a:r>
            <a:rPr lang="en-MY" b="0" i="0" u="none"/>
            <a:t>Application Modernization</a:t>
          </a:r>
        </a:p>
      </dgm:t>
    </dgm:pt>
    <dgm:pt modelId="{A796D369-77EA-44A1-848E-27A53B4200FE}" type="parTrans" cxnId="{DDA11EBC-1AA8-4E49-A828-69F6849B3E10}">
      <dgm:prSet/>
      <dgm:spPr/>
      <dgm:t>
        <a:bodyPr/>
        <a:lstStyle/>
        <a:p>
          <a:endParaRPr lang="en-MY"/>
        </a:p>
      </dgm:t>
    </dgm:pt>
    <dgm:pt modelId="{E767B90F-88EF-41FF-A76F-A5931526A438}" type="sibTrans" cxnId="{DDA11EBC-1AA8-4E49-A828-69F6849B3E10}">
      <dgm:prSet/>
      <dgm:spPr/>
      <dgm:t>
        <a:bodyPr/>
        <a:lstStyle/>
        <a:p>
          <a:endParaRPr lang="en-MY"/>
        </a:p>
      </dgm:t>
    </dgm:pt>
    <dgm:pt modelId="{48514421-5D2C-440D-9671-CEC545A7BDBF}">
      <dgm:prSet/>
      <dgm:spPr/>
      <dgm:t>
        <a:bodyPr/>
        <a:lstStyle/>
        <a:p>
          <a:pPr>
            <a:buFont typeface="Arial" panose="020B0604020202020204" pitchFamily="34" charset="0"/>
            <a:buChar char="•"/>
          </a:pPr>
          <a:r>
            <a:rPr lang="en-MY" b="0" i="0" u="none"/>
            <a:t>User Acceptance Testing</a:t>
          </a:r>
        </a:p>
      </dgm:t>
    </dgm:pt>
    <dgm:pt modelId="{4F98323F-E52D-4D3C-BF12-5282E7C338CF}" type="parTrans" cxnId="{FB622041-A405-4BFD-86E8-782463EB0B34}">
      <dgm:prSet/>
      <dgm:spPr/>
      <dgm:t>
        <a:bodyPr/>
        <a:lstStyle/>
        <a:p>
          <a:endParaRPr lang="en-MY"/>
        </a:p>
      </dgm:t>
    </dgm:pt>
    <dgm:pt modelId="{978C8217-B4AE-4AFF-BFAB-65F40AC80652}" type="sibTrans" cxnId="{FB622041-A405-4BFD-86E8-782463EB0B34}">
      <dgm:prSet/>
      <dgm:spPr/>
      <dgm:t>
        <a:bodyPr/>
        <a:lstStyle/>
        <a:p>
          <a:endParaRPr lang="en-MY"/>
        </a:p>
      </dgm:t>
    </dgm:pt>
    <dgm:pt modelId="{F52A6C3E-BBF1-4E5A-94CA-DB021A908F1F}">
      <dgm:prSet/>
      <dgm:spPr/>
      <dgm:t>
        <a:bodyPr/>
        <a:lstStyle/>
        <a:p>
          <a:pPr>
            <a:buFont typeface="Arial" panose="020B0604020202020204" pitchFamily="34" charset="0"/>
            <a:buChar char="•"/>
          </a:pPr>
          <a:r>
            <a:rPr lang="en-MY" b="0" i="0" u="none"/>
            <a:t>System Go Live</a:t>
          </a:r>
        </a:p>
      </dgm:t>
    </dgm:pt>
    <dgm:pt modelId="{0075963B-F074-4E68-B88C-2002E16F932E}" type="parTrans" cxnId="{B2EEFE40-AD46-48D9-85CC-3CDD930D6354}">
      <dgm:prSet/>
      <dgm:spPr/>
      <dgm:t>
        <a:bodyPr/>
        <a:lstStyle/>
        <a:p>
          <a:endParaRPr lang="en-MY"/>
        </a:p>
      </dgm:t>
    </dgm:pt>
    <dgm:pt modelId="{6D5664B9-F5E2-4FE9-B26E-50A7144DD8BB}" type="sibTrans" cxnId="{B2EEFE40-AD46-48D9-85CC-3CDD930D6354}">
      <dgm:prSet/>
      <dgm:spPr/>
      <dgm:t>
        <a:bodyPr/>
        <a:lstStyle/>
        <a:p>
          <a:endParaRPr lang="en-MY"/>
        </a:p>
      </dgm:t>
    </dgm:pt>
    <dgm:pt modelId="{93DAF62F-8095-4CAE-A5B8-ED03E8A27F17}">
      <dgm:prSet/>
      <dgm:spPr/>
      <dgm:t>
        <a:bodyPr/>
        <a:lstStyle/>
        <a:p>
          <a:pPr>
            <a:buFont typeface="Arial" panose="020B0604020202020204" pitchFamily="34" charset="0"/>
            <a:buChar char="•"/>
          </a:pPr>
          <a:r>
            <a:rPr lang="en-MY" b="0" i="0" u="none"/>
            <a:t>Prepare Documentations</a:t>
          </a:r>
        </a:p>
      </dgm:t>
    </dgm:pt>
    <dgm:pt modelId="{F8499D42-0FD5-4602-99CF-47AE09BE3E00}" type="parTrans" cxnId="{EB039DBD-DE97-4DC0-A873-B7B9EF345E7D}">
      <dgm:prSet/>
      <dgm:spPr/>
      <dgm:t>
        <a:bodyPr/>
        <a:lstStyle/>
        <a:p>
          <a:endParaRPr lang="en-MY"/>
        </a:p>
      </dgm:t>
    </dgm:pt>
    <dgm:pt modelId="{44D443D7-42B6-4A88-B980-ECA526852472}" type="sibTrans" cxnId="{EB039DBD-DE97-4DC0-A873-B7B9EF345E7D}">
      <dgm:prSet/>
      <dgm:spPr/>
      <dgm:t>
        <a:bodyPr/>
        <a:lstStyle/>
        <a:p>
          <a:endParaRPr lang="en-MY"/>
        </a:p>
      </dgm:t>
    </dgm:pt>
    <dgm:pt modelId="{FC5EDBF8-BE86-42F8-9798-868B2DD84889}">
      <dgm:prSet/>
      <dgm:spPr/>
      <dgm:t>
        <a:bodyPr/>
        <a:lstStyle/>
        <a:p>
          <a:pPr>
            <a:buFont typeface="Arial" panose="020B0604020202020204" pitchFamily="34" charset="0"/>
            <a:buChar char="•"/>
          </a:pPr>
          <a:r>
            <a:rPr lang="en-MY" b="0" i="0" u="none"/>
            <a:t>Conduct Knowledge Transfer Sessions</a:t>
          </a:r>
        </a:p>
      </dgm:t>
    </dgm:pt>
    <dgm:pt modelId="{D93FA9B4-EF67-460F-A86C-E4413849A27D}" type="parTrans" cxnId="{A277156E-4CF1-48DB-8887-8073A3D52095}">
      <dgm:prSet/>
      <dgm:spPr/>
      <dgm:t>
        <a:bodyPr/>
        <a:lstStyle/>
        <a:p>
          <a:endParaRPr lang="en-MY"/>
        </a:p>
      </dgm:t>
    </dgm:pt>
    <dgm:pt modelId="{6D47424A-826B-4D8D-9490-BDA90599BD03}" type="sibTrans" cxnId="{A277156E-4CF1-48DB-8887-8073A3D52095}">
      <dgm:prSet/>
      <dgm:spPr/>
      <dgm:t>
        <a:bodyPr/>
        <a:lstStyle/>
        <a:p>
          <a:endParaRPr lang="en-MY"/>
        </a:p>
      </dgm:t>
    </dgm:pt>
    <dgm:pt modelId="{1EF6A3D6-6D7B-4639-9B06-00F3BB9E006B}">
      <dgm:prSet/>
      <dgm:spPr/>
      <dgm:t>
        <a:bodyPr/>
        <a:lstStyle/>
        <a:p>
          <a:pPr>
            <a:buFont typeface="Arial" panose="020B0604020202020204" pitchFamily="34" charset="0"/>
            <a:buChar char="•"/>
          </a:pPr>
          <a:r>
            <a:rPr lang="en-MY" b="0" i="0" u="none"/>
            <a:t>Post Implementation Review</a:t>
          </a:r>
        </a:p>
      </dgm:t>
    </dgm:pt>
    <dgm:pt modelId="{342A8964-E03F-4F73-800B-A37AFE494BA1}" type="parTrans" cxnId="{1B3BDD27-1885-4693-A65F-DE48BBAF3FD2}">
      <dgm:prSet/>
      <dgm:spPr/>
      <dgm:t>
        <a:bodyPr/>
        <a:lstStyle/>
        <a:p>
          <a:endParaRPr lang="en-MY"/>
        </a:p>
      </dgm:t>
    </dgm:pt>
    <dgm:pt modelId="{9169424D-E935-4BD9-AA8B-6B64282D2D6F}" type="sibTrans" cxnId="{1B3BDD27-1885-4693-A65F-DE48BBAF3FD2}">
      <dgm:prSet/>
      <dgm:spPr/>
      <dgm:t>
        <a:bodyPr/>
        <a:lstStyle/>
        <a:p>
          <a:endParaRPr lang="en-MY"/>
        </a:p>
      </dgm:t>
    </dgm:pt>
    <dgm:pt modelId="{219FE969-F658-4C88-8000-54FF6E811E0A}">
      <dgm:prSet/>
      <dgm:spPr/>
      <dgm:t>
        <a:bodyPr/>
        <a:lstStyle/>
        <a:p>
          <a:r>
            <a:rPr lang="en-MY" b="0" i="0" u="none"/>
            <a:t>Transition to Support and Warranty</a:t>
          </a:r>
        </a:p>
      </dgm:t>
    </dgm:pt>
    <dgm:pt modelId="{9C121B6D-0A44-468D-8CAF-C95B3A9C4838}" type="parTrans" cxnId="{45936B26-7733-41BD-8915-7D1BB8C73417}">
      <dgm:prSet/>
      <dgm:spPr/>
      <dgm:t>
        <a:bodyPr/>
        <a:lstStyle/>
        <a:p>
          <a:endParaRPr lang="en-MY"/>
        </a:p>
      </dgm:t>
    </dgm:pt>
    <dgm:pt modelId="{8A3AA734-FEB7-4C81-8084-0A9E39571C8F}" type="sibTrans" cxnId="{45936B26-7733-41BD-8915-7D1BB8C73417}">
      <dgm:prSet/>
      <dgm:spPr/>
      <dgm:t>
        <a:bodyPr/>
        <a:lstStyle/>
        <a:p>
          <a:endParaRPr lang="en-MY"/>
        </a:p>
      </dgm:t>
    </dgm:pt>
    <dgm:pt modelId="{0A4EBBC1-C139-4EFB-9AF0-425D22DE1DA0}" type="pres">
      <dgm:prSet presAssocID="{DF02923D-55F1-494E-97D9-8EDAC75A8079}" presName="Name0" presStyleCnt="0">
        <dgm:presLayoutVars>
          <dgm:dir/>
          <dgm:animLvl val="lvl"/>
          <dgm:resizeHandles val="exact"/>
        </dgm:presLayoutVars>
      </dgm:prSet>
      <dgm:spPr/>
    </dgm:pt>
    <dgm:pt modelId="{3668EDE7-C6A3-4120-B1AF-264B186C5997}" type="pres">
      <dgm:prSet presAssocID="{30F027ED-BBA7-4ACC-A81E-B15154AC09A5}" presName="composite" presStyleCnt="0"/>
      <dgm:spPr/>
    </dgm:pt>
    <dgm:pt modelId="{5C98A525-A828-4E1A-BDA9-6ED1E9FE580C}" type="pres">
      <dgm:prSet presAssocID="{30F027ED-BBA7-4ACC-A81E-B15154AC09A5}" presName="parTx" presStyleLbl="node1" presStyleIdx="0" presStyleCnt="10">
        <dgm:presLayoutVars>
          <dgm:chMax val="0"/>
          <dgm:chPref val="0"/>
          <dgm:bulletEnabled val="1"/>
        </dgm:presLayoutVars>
      </dgm:prSet>
      <dgm:spPr/>
    </dgm:pt>
    <dgm:pt modelId="{B8D36505-FA80-4AF1-A96F-3782864225CF}" type="pres">
      <dgm:prSet presAssocID="{30F027ED-BBA7-4ACC-A81E-B15154AC09A5}" presName="desTx" presStyleLbl="revTx" presStyleIdx="0" presStyleCnt="10">
        <dgm:presLayoutVars>
          <dgm:bulletEnabled val="1"/>
        </dgm:presLayoutVars>
      </dgm:prSet>
      <dgm:spPr/>
    </dgm:pt>
    <dgm:pt modelId="{1B2EBEDC-6BA2-4992-9332-126A7D518491}" type="pres">
      <dgm:prSet presAssocID="{A9E00495-B45B-42C5-8F20-6E2CC3E35ED7}" presName="space" presStyleCnt="0"/>
      <dgm:spPr/>
    </dgm:pt>
    <dgm:pt modelId="{513E3EEA-CAB7-401A-9D66-B57745E70544}" type="pres">
      <dgm:prSet presAssocID="{9663A311-18A9-4BD7-B082-8956A792C8D8}" presName="composite" presStyleCnt="0"/>
      <dgm:spPr/>
    </dgm:pt>
    <dgm:pt modelId="{C0514E50-1190-4C37-B32D-1621FE0A98A4}" type="pres">
      <dgm:prSet presAssocID="{9663A311-18A9-4BD7-B082-8956A792C8D8}" presName="parTx" presStyleLbl="node1" presStyleIdx="1" presStyleCnt="10">
        <dgm:presLayoutVars>
          <dgm:chMax val="0"/>
          <dgm:chPref val="0"/>
          <dgm:bulletEnabled val="1"/>
        </dgm:presLayoutVars>
      </dgm:prSet>
      <dgm:spPr/>
    </dgm:pt>
    <dgm:pt modelId="{2805DEA2-E619-4CD9-803E-1FB510721257}" type="pres">
      <dgm:prSet presAssocID="{9663A311-18A9-4BD7-B082-8956A792C8D8}" presName="desTx" presStyleLbl="revTx" presStyleIdx="1" presStyleCnt="10">
        <dgm:presLayoutVars>
          <dgm:bulletEnabled val="1"/>
        </dgm:presLayoutVars>
      </dgm:prSet>
      <dgm:spPr/>
    </dgm:pt>
    <dgm:pt modelId="{7BA05A1D-C73C-4969-8DED-AC94BB3E7019}" type="pres">
      <dgm:prSet presAssocID="{EC096781-5012-43A8-8688-AC01AA68A577}" presName="space" presStyleCnt="0"/>
      <dgm:spPr/>
    </dgm:pt>
    <dgm:pt modelId="{649D707B-1782-41D4-B7F4-E9828B1C274B}" type="pres">
      <dgm:prSet presAssocID="{4D271853-B05E-4E7A-A9C0-1B3AAACAB18D}" presName="composite" presStyleCnt="0"/>
      <dgm:spPr/>
    </dgm:pt>
    <dgm:pt modelId="{0B0693FC-3A3E-42CB-AB16-688CCC06EDA3}" type="pres">
      <dgm:prSet presAssocID="{4D271853-B05E-4E7A-A9C0-1B3AAACAB18D}" presName="parTx" presStyleLbl="node1" presStyleIdx="2" presStyleCnt="10">
        <dgm:presLayoutVars>
          <dgm:chMax val="0"/>
          <dgm:chPref val="0"/>
          <dgm:bulletEnabled val="1"/>
        </dgm:presLayoutVars>
      </dgm:prSet>
      <dgm:spPr/>
    </dgm:pt>
    <dgm:pt modelId="{7C6CB57B-22D2-4F1F-8710-E06589FB8BC4}" type="pres">
      <dgm:prSet presAssocID="{4D271853-B05E-4E7A-A9C0-1B3AAACAB18D}" presName="desTx" presStyleLbl="revTx" presStyleIdx="2" presStyleCnt="10">
        <dgm:presLayoutVars>
          <dgm:bulletEnabled val="1"/>
        </dgm:presLayoutVars>
      </dgm:prSet>
      <dgm:spPr/>
    </dgm:pt>
    <dgm:pt modelId="{61AA1539-70E5-4B5E-B480-CFF6F3FF055A}" type="pres">
      <dgm:prSet presAssocID="{03E2A8B9-EDF1-4D1E-8CEB-F9451C4A95A5}" presName="space" presStyleCnt="0"/>
      <dgm:spPr/>
    </dgm:pt>
    <dgm:pt modelId="{58E179C3-FC98-49AC-B78E-69820A238B4A}" type="pres">
      <dgm:prSet presAssocID="{444C5D25-841D-4970-975D-7233ACA581DC}" presName="composite" presStyleCnt="0"/>
      <dgm:spPr/>
    </dgm:pt>
    <dgm:pt modelId="{831BE916-3024-4B3B-BC3D-1C08E0FFCCF4}" type="pres">
      <dgm:prSet presAssocID="{444C5D25-841D-4970-975D-7233ACA581DC}" presName="parTx" presStyleLbl="node1" presStyleIdx="3" presStyleCnt="10">
        <dgm:presLayoutVars>
          <dgm:chMax val="0"/>
          <dgm:chPref val="0"/>
          <dgm:bulletEnabled val="1"/>
        </dgm:presLayoutVars>
      </dgm:prSet>
      <dgm:spPr/>
    </dgm:pt>
    <dgm:pt modelId="{E99E96E2-DB33-427D-BEA3-6A1FFEA90F74}" type="pres">
      <dgm:prSet presAssocID="{444C5D25-841D-4970-975D-7233ACA581DC}" presName="desTx" presStyleLbl="revTx" presStyleIdx="3" presStyleCnt="10">
        <dgm:presLayoutVars>
          <dgm:bulletEnabled val="1"/>
        </dgm:presLayoutVars>
      </dgm:prSet>
      <dgm:spPr/>
    </dgm:pt>
    <dgm:pt modelId="{EE23E014-3114-494F-A396-35839C40F955}" type="pres">
      <dgm:prSet presAssocID="{956D8C4F-AD95-4549-B1CD-79DA3A00D8E5}" presName="space" presStyleCnt="0"/>
      <dgm:spPr/>
    </dgm:pt>
    <dgm:pt modelId="{D4977867-4AC0-4AED-8184-B95B1E9A2727}" type="pres">
      <dgm:prSet presAssocID="{413485F3-FDF1-4EA3-8A69-A3FC98DD6C17}" presName="composite" presStyleCnt="0"/>
      <dgm:spPr/>
    </dgm:pt>
    <dgm:pt modelId="{2ED57444-1B68-4E2E-9412-907A73610B13}" type="pres">
      <dgm:prSet presAssocID="{413485F3-FDF1-4EA3-8A69-A3FC98DD6C17}" presName="parTx" presStyleLbl="node1" presStyleIdx="4" presStyleCnt="10">
        <dgm:presLayoutVars>
          <dgm:chMax val="0"/>
          <dgm:chPref val="0"/>
          <dgm:bulletEnabled val="1"/>
        </dgm:presLayoutVars>
      </dgm:prSet>
      <dgm:spPr/>
    </dgm:pt>
    <dgm:pt modelId="{2B9AB306-9928-412F-B99A-417B0DA7A13B}" type="pres">
      <dgm:prSet presAssocID="{413485F3-FDF1-4EA3-8A69-A3FC98DD6C17}" presName="desTx" presStyleLbl="revTx" presStyleIdx="4" presStyleCnt="10">
        <dgm:presLayoutVars>
          <dgm:bulletEnabled val="1"/>
        </dgm:presLayoutVars>
      </dgm:prSet>
      <dgm:spPr/>
    </dgm:pt>
    <dgm:pt modelId="{C1742374-1FF2-462E-ABE9-74F65A4439AD}" type="pres">
      <dgm:prSet presAssocID="{3E8912DC-440C-45A7-8230-41407F69A7B2}" presName="space" presStyleCnt="0"/>
      <dgm:spPr/>
    </dgm:pt>
    <dgm:pt modelId="{41D5237E-736A-42F7-A69C-4876FBB97B19}" type="pres">
      <dgm:prSet presAssocID="{2C35FB94-5B2B-4BF5-99FB-ADE6E0D7DAD3}" presName="composite" presStyleCnt="0"/>
      <dgm:spPr/>
    </dgm:pt>
    <dgm:pt modelId="{777672B6-5F4C-488C-B5ED-83A3236FDB62}" type="pres">
      <dgm:prSet presAssocID="{2C35FB94-5B2B-4BF5-99FB-ADE6E0D7DAD3}" presName="parTx" presStyleLbl="node1" presStyleIdx="5" presStyleCnt="10">
        <dgm:presLayoutVars>
          <dgm:chMax val="0"/>
          <dgm:chPref val="0"/>
          <dgm:bulletEnabled val="1"/>
        </dgm:presLayoutVars>
      </dgm:prSet>
      <dgm:spPr/>
    </dgm:pt>
    <dgm:pt modelId="{20BF96C6-968B-4F0B-9D6D-562DDD7D80DC}" type="pres">
      <dgm:prSet presAssocID="{2C35FB94-5B2B-4BF5-99FB-ADE6E0D7DAD3}" presName="desTx" presStyleLbl="revTx" presStyleIdx="5" presStyleCnt="10">
        <dgm:presLayoutVars>
          <dgm:bulletEnabled val="1"/>
        </dgm:presLayoutVars>
      </dgm:prSet>
      <dgm:spPr/>
    </dgm:pt>
    <dgm:pt modelId="{942EE220-6F97-45AD-83C4-9C5CC0864BF9}" type="pres">
      <dgm:prSet presAssocID="{390F9076-A43E-4672-913B-B286DEC27CD1}" presName="space" presStyleCnt="0"/>
      <dgm:spPr/>
    </dgm:pt>
    <dgm:pt modelId="{7553805B-0863-A443-BACC-713E23D464E2}" type="pres">
      <dgm:prSet presAssocID="{0EAC6727-0E0C-EC40-8F75-EACEEFC81D31}" presName="composite" presStyleCnt="0"/>
      <dgm:spPr/>
    </dgm:pt>
    <dgm:pt modelId="{CFF73852-C36E-534B-BF0E-36610B6A1A87}" type="pres">
      <dgm:prSet presAssocID="{0EAC6727-0E0C-EC40-8F75-EACEEFC81D31}" presName="parTx" presStyleLbl="node1" presStyleIdx="6" presStyleCnt="10">
        <dgm:presLayoutVars>
          <dgm:chMax val="0"/>
          <dgm:chPref val="0"/>
          <dgm:bulletEnabled val="1"/>
        </dgm:presLayoutVars>
      </dgm:prSet>
      <dgm:spPr/>
    </dgm:pt>
    <dgm:pt modelId="{03204C04-BFFD-674A-80E3-73A33D5288EF}" type="pres">
      <dgm:prSet presAssocID="{0EAC6727-0E0C-EC40-8F75-EACEEFC81D31}" presName="desTx" presStyleLbl="revTx" presStyleIdx="6" presStyleCnt="10">
        <dgm:presLayoutVars>
          <dgm:bulletEnabled val="1"/>
        </dgm:presLayoutVars>
      </dgm:prSet>
      <dgm:spPr/>
    </dgm:pt>
    <dgm:pt modelId="{7B3F06CC-7D58-A24F-9DEB-2F207EA6C00C}" type="pres">
      <dgm:prSet presAssocID="{3C786E30-D428-C543-8191-104DB6558405}" presName="space" presStyleCnt="0"/>
      <dgm:spPr/>
    </dgm:pt>
    <dgm:pt modelId="{71D91774-3261-F14E-9207-196E7705F0AE}" type="pres">
      <dgm:prSet presAssocID="{7612FAE4-7BF2-BE4F-AA44-D650E74F76BF}" presName="composite" presStyleCnt="0"/>
      <dgm:spPr/>
    </dgm:pt>
    <dgm:pt modelId="{A1819E31-9106-154E-9ADB-D072F506357E}" type="pres">
      <dgm:prSet presAssocID="{7612FAE4-7BF2-BE4F-AA44-D650E74F76BF}" presName="parTx" presStyleLbl="node1" presStyleIdx="7" presStyleCnt="10">
        <dgm:presLayoutVars>
          <dgm:chMax val="0"/>
          <dgm:chPref val="0"/>
          <dgm:bulletEnabled val="1"/>
        </dgm:presLayoutVars>
      </dgm:prSet>
      <dgm:spPr/>
    </dgm:pt>
    <dgm:pt modelId="{E6293091-4CC3-B247-9A3B-C8D5975024C7}" type="pres">
      <dgm:prSet presAssocID="{7612FAE4-7BF2-BE4F-AA44-D650E74F76BF}" presName="desTx" presStyleLbl="revTx" presStyleIdx="7" presStyleCnt="10">
        <dgm:presLayoutVars>
          <dgm:bulletEnabled val="1"/>
        </dgm:presLayoutVars>
      </dgm:prSet>
      <dgm:spPr/>
    </dgm:pt>
    <dgm:pt modelId="{05DB2ED1-54D5-EB49-85B6-8D77B30D417A}" type="pres">
      <dgm:prSet presAssocID="{23ADC38F-B827-254B-A2A5-7E9A46D4BBDB}" presName="space" presStyleCnt="0"/>
      <dgm:spPr/>
    </dgm:pt>
    <dgm:pt modelId="{052ACA68-04E0-4D33-8FC2-C81D80B642E8}" type="pres">
      <dgm:prSet presAssocID="{E2750E7E-C03D-47C9-B132-18778C82208D}" presName="composite" presStyleCnt="0"/>
      <dgm:spPr/>
    </dgm:pt>
    <dgm:pt modelId="{5C247E35-6B4E-45FC-A1F8-6A5F817DEBE7}" type="pres">
      <dgm:prSet presAssocID="{E2750E7E-C03D-47C9-B132-18778C82208D}" presName="parTx" presStyleLbl="node1" presStyleIdx="8" presStyleCnt="10">
        <dgm:presLayoutVars>
          <dgm:chMax val="0"/>
          <dgm:chPref val="0"/>
          <dgm:bulletEnabled val="1"/>
        </dgm:presLayoutVars>
      </dgm:prSet>
      <dgm:spPr/>
    </dgm:pt>
    <dgm:pt modelId="{98A098DB-4741-41F1-9F13-F84F4B3CBB59}" type="pres">
      <dgm:prSet presAssocID="{E2750E7E-C03D-47C9-B132-18778C82208D}" presName="desTx" presStyleLbl="revTx" presStyleIdx="8" presStyleCnt="10">
        <dgm:presLayoutVars>
          <dgm:bulletEnabled val="1"/>
        </dgm:presLayoutVars>
      </dgm:prSet>
      <dgm:spPr/>
    </dgm:pt>
    <dgm:pt modelId="{B6335339-6F21-4FF1-AC9E-71FD4F3E1878}" type="pres">
      <dgm:prSet presAssocID="{1B7C6578-DAAA-447E-890A-25C3E0D0D64C}" presName="space" presStyleCnt="0"/>
      <dgm:spPr/>
    </dgm:pt>
    <dgm:pt modelId="{7F0912BC-0C89-493E-9C24-1B0B556F9BC7}" type="pres">
      <dgm:prSet presAssocID="{DF7388B1-74AC-49C8-8875-C98E89EA56A7}" presName="composite" presStyleCnt="0"/>
      <dgm:spPr/>
    </dgm:pt>
    <dgm:pt modelId="{3A5B7711-A7B1-41C5-89D4-205FEB328B16}" type="pres">
      <dgm:prSet presAssocID="{DF7388B1-74AC-49C8-8875-C98E89EA56A7}" presName="parTx" presStyleLbl="node1" presStyleIdx="9" presStyleCnt="10">
        <dgm:presLayoutVars>
          <dgm:chMax val="0"/>
          <dgm:chPref val="0"/>
          <dgm:bulletEnabled val="1"/>
        </dgm:presLayoutVars>
      </dgm:prSet>
      <dgm:spPr/>
    </dgm:pt>
    <dgm:pt modelId="{29C24664-33D2-4985-8969-D7C718ADDFD4}" type="pres">
      <dgm:prSet presAssocID="{DF7388B1-74AC-49C8-8875-C98E89EA56A7}" presName="desTx" presStyleLbl="revTx" presStyleIdx="9" presStyleCnt="10">
        <dgm:presLayoutVars>
          <dgm:bulletEnabled val="1"/>
        </dgm:presLayoutVars>
      </dgm:prSet>
      <dgm:spPr/>
    </dgm:pt>
  </dgm:ptLst>
  <dgm:cxnLst>
    <dgm:cxn modelId="{EC93F101-8217-429D-8722-61C0F7DE196C}" srcId="{413485F3-FDF1-4EA3-8A69-A3FC98DD6C17}" destId="{8313FEBD-1F24-490C-899F-4CA80DBABF48}" srcOrd="1" destOrd="0" parTransId="{201F32FF-459E-457D-8AFE-CE6538820C5A}" sibTransId="{70E882A0-84FC-43C2-B17E-F1178A71ACE1}"/>
    <dgm:cxn modelId="{4CDC8C04-501F-4D8F-BFFA-A2F16547B8C4}" type="presOf" srcId="{6C59CE43-F414-4794-B89B-876704E20B16}" destId="{20BF96C6-968B-4F0B-9D6D-562DDD7D80DC}" srcOrd="0" destOrd="2" presId="urn:microsoft.com/office/officeart/2005/8/layout/chevron1"/>
    <dgm:cxn modelId="{1383B107-F778-F84A-A56D-2837E8058EA0}" type="presOf" srcId="{EAAC3AEC-5198-F349-B405-BD52B8E04D89}" destId="{E6293091-4CC3-B247-9A3B-C8D5975024C7}" srcOrd="0" destOrd="0" presId="urn:microsoft.com/office/officeart/2005/8/layout/chevron1"/>
    <dgm:cxn modelId="{FAF03F08-D665-7848-B623-D8161FA2CA02}" srcId="{0EAC6727-0E0C-EC40-8F75-EACEEFC81D31}" destId="{6119E613-6401-2540-8AE5-E2F7C68E6FC1}" srcOrd="0" destOrd="0" parTransId="{E90C6C45-00AA-134A-BB2F-DD12D7D50628}" sibTransId="{6828ACAD-0AD2-6449-9CA4-FCF5DE847CBD}"/>
    <dgm:cxn modelId="{D56E4808-C890-417A-954C-D2AC49726096}" type="presOf" srcId="{6AFE394C-68A8-44B3-9F22-3F5560B61476}" destId="{B8D36505-FA80-4AF1-A96F-3782864225CF}" srcOrd="0" destOrd="0" presId="urn:microsoft.com/office/officeart/2005/8/layout/chevron1"/>
    <dgm:cxn modelId="{7015810A-4EDF-45D9-A7BD-978A67194452}" srcId="{9663A311-18A9-4BD7-B082-8956A792C8D8}" destId="{66D73EF4-49A8-49E8-B8B9-FD73D412FB59}" srcOrd="2" destOrd="0" parTransId="{77B83D27-C78C-46FA-B1F8-21F448DC3BBB}" sibTransId="{75D282E0-B811-4B8D-A944-E249DD32E3F6}"/>
    <dgm:cxn modelId="{FBE89E0A-80FE-4490-ACE5-FEEE455349EF}" type="presOf" srcId="{93DAF62F-8095-4CAE-A5B8-ED03E8A27F17}" destId="{E6293091-4CC3-B247-9A3B-C8D5975024C7}" srcOrd="0" destOrd="2" presId="urn:microsoft.com/office/officeart/2005/8/layout/chevron1"/>
    <dgm:cxn modelId="{A187FD0A-57CC-4992-A2F1-D6C25E5DEA2C}" type="presOf" srcId="{E05097DE-FAE5-4EC7-8B56-D01403D69225}" destId="{B8D36505-FA80-4AF1-A96F-3782864225CF}" srcOrd="0" destOrd="2" presId="urn:microsoft.com/office/officeart/2005/8/layout/chevron1"/>
    <dgm:cxn modelId="{FAB23613-F03C-A749-B5FE-E166C4FB3574}" type="presOf" srcId="{6119E613-6401-2540-8AE5-E2F7C68E6FC1}" destId="{03204C04-BFFD-674A-80E3-73A33D5288EF}" srcOrd="0" destOrd="0" presId="urn:microsoft.com/office/officeart/2005/8/layout/chevron1"/>
    <dgm:cxn modelId="{2318E013-C53D-405F-BA5A-854E3A85F00C}" srcId="{DF02923D-55F1-494E-97D9-8EDAC75A8079}" destId="{30F027ED-BBA7-4ACC-A81E-B15154AC09A5}" srcOrd="0" destOrd="0" parTransId="{0FBC5F99-981B-4BFD-B960-71ED7E888151}" sibTransId="{A9E00495-B45B-42C5-8F20-6E2CC3E35ED7}"/>
    <dgm:cxn modelId="{D4DEB714-8F77-4E48-B68F-B88D1FD264A2}" type="presOf" srcId="{8797472F-0D78-43ED-9153-5A25F05BD8FB}" destId="{E99E96E2-DB33-427D-BEA3-6A1FFEA90F74}" srcOrd="0" destOrd="1" presId="urn:microsoft.com/office/officeart/2005/8/layout/chevron1"/>
    <dgm:cxn modelId="{99DECB1C-98A1-4BBB-BC1B-B366D3AA7BB5}" type="presOf" srcId="{4D271853-B05E-4E7A-A9C0-1B3AAACAB18D}" destId="{0B0693FC-3A3E-42CB-AB16-688CCC06EDA3}" srcOrd="0" destOrd="0" presId="urn:microsoft.com/office/officeart/2005/8/layout/chevron1"/>
    <dgm:cxn modelId="{28F90B24-FA4C-43F4-AAC4-55D69494D987}" srcId="{444C5D25-841D-4970-975D-7233ACA581DC}" destId="{3CA9F389-8B25-4A1D-A7F1-DBEF1DFA439E}" srcOrd="0" destOrd="0" parTransId="{54D72A31-C107-4315-95DD-8EC498171A75}" sibTransId="{EF0F544E-D014-4CB4-B273-4E884829D36D}"/>
    <dgm:cxn modelId="{45936B26-7733-41BD-8915-7D1BB8C73417}" srcId="{DF7388B1-74AC-49C8-8875-C98E89EA56A7}" destId="{219FE969-F658-4C88-8000-54FF6E811E0A}" srcOrd="1" destOrd="0" parTransId="{9C121B6D-0A44-468D-8CAF-C95B3A9C4838}" sibTransId="{8A3AA734-FEB7-4C81-8084-0A9E39571C8F}"/>
    <dgm:cxn modelId="{F99FDE26-2F70-44AC-B1C1-C9D572B59F42}" type="presOf" srcId="{66D73EF4-49A8-49E8-B8B9-FD73D412FB59}" destId="{2805DEA2-E619-4CD9-803E-1FB510721257}" srcOrd="0" destOrd="2" presId="urn:microsoft.com/office/officeart/2005/8/layout/chevron1"/>
    <dgm:cxn modelId="{1B3BDD27-1885-4693-A65F-DE48BBAF3FD2}" srcId="{7612FAE4-7BF2-BE4F-AA44-D650E74F76BF}" destId="{1EF6A3D6-6D7B-4639-9B06-00F3BB9E006B}" srcOrd="4" destOrd="0" parTransId="{342A8964-E03F-4F73-800B-A37AFE494BA1}" sibTransId="{9169424D-E935-4BD9-AA8B-6B64282D2D6F}"/>
    <dgm:cxn modelId="{98969528-C843-4AD0-8155-9839EF83701C}" srcId="{DF02923D-55F1-494E-97D9-8EDAC75A8079}" destId="{413485F3-FDF1-4EA3-8A69-A3FC98DD6C17}" srcOrd="4" destOrd="0" parTransId="{2842F765-B91D-4EAE-9FBB-ED7C0A18C730}" sibTransId="{3E8912DC-440C-45A7-8230-41407F69A7B2}"/>
    <dgm:cxn modelId="{38A7752F-3C5D-432F-8E73-8B270BEE8FEF}" type="presOf" srcId="{9AF6415D-A8A8-48E8-A271-5A687A6287AC}" destId="{2B9AB306-9928-412F-B99A-417B0DA7A13B}" srcOrd="0" destOrd="3" presId="urn:microsoft.com/office/officeart/2005/8/layout/chevron1"/>
    <dgm:cxn modelId="{E1706F32-F00C-45FD-AE1C-E57756150D09}" srcId="{444C5D25-841D-4970-975D-7233ACA581DC}" destId="{546DFABE-FF63-4326-ACBD-C3CC1C8202D1}" srcOrd="3" destOrd="0" parTransId="{CDCE5D4E-9CD0-42E6-9314-80AFD18AF921}" sibTransId="{34207F35-D3B5-49F8-95CD-FE9D7FAEA67E}"/>
    <dgm:cxn modelId="{1DED5533-6038-4E0A-BE9A-F13A8B02123E}" type="presOf" srcId="{DF02923D-55F1-494E-97D9-8EDAC75A8079}" destId="{0A4EBBC1-C139-4EFB-9AF0-425D22DE1DA0}" srcOrd="0" destOrd="0" presId="urn:microsoft.com/office/officeart/2005/8/layout/chevron1"/>
    <dgm:cxn modelId="{677AC333-7FE0-4DB4-AD17-95BEDC0D24CA}" srcId="{9663A311-18A9-4BD7-B082-8956A792C8D8}" destId="{A314099E-BBD1-4D9C-997C-333A110F6526}" srcOrd="3" destOrd="0" parTransId="{7EBEB619-8238-4FD5-A140-5C4A9E17CD45}" sibTransId="{7FF284D5-C440-4117-B39A-BF5B3817AA3C}"/>
    <dgm:cxn modelId="{00928F35-A538-4F8F-8C57-72259FEB5B03}" srcId="{413485F3-FDF1-4EA3-8A69-A3FC98DD6C17}" destId="{B488E46E-F36F-45AE-A67C-9CA28F07B659}" srcOrd="0" destOrd="0" parTransId="{3FF6B2D2-FD9A-4097-ACBC-F326033ED787}" sibTransId="{4D2E7297-D532-4183-9C23-8CAED4500862}"/>
    <dgm:cxn modelId="{E20ACD35-08D1-49E3-A713-22438E01589A}" srcId="{E2750E7E-C03D-47C9-B132-18778C82208D}" destId="{89E9D917-F0F2-4FA2-922E-2C79DC4CFDC5}" srcOrd="0" destOrd="0" parTransId="{6714698A-E54F-4C00-A407-173FA71680B7}" sibTransId="{D1225F37-F577-411F-AA95-8464EA28BC1A}"/>
    <dgm:cxn modelId="{1ECD7736-D555-49E0-B9A8-37AE85883CB4}" type="presOf" srcId="{2300F7C3-51EB-41EF-BF51-BA9D39E1706C}" destId="{29C24664-33D2-4985-8969-D7C718ADDFD4}" srcOrd="0" destOrd="0" presId="urn:microsoft.com/office/officeart/2005/8/layout/chevron1"/>
    <dgm:cxn modelId="{EA3B8836-6D00-4BD6-9979-24E73421642E}" srcId="{9663A311-18A9-4BD7-B082-8956A792C8D8}" destId="{77735640-7DCD-4B7E-BD26-13D1967C8074}" srcOrd="1" destOrd="0" parTransId="{6100CC3F-2BEE-4E84-9360-BC135DBBCBA8}" sibTransId="{B5AFDC97-0643-4D98-90ED-62E6CAAC0C55}"/>
    <dgm:cxn modelId="{B49E383B-3D52-4981-9475-17248B5EDE58}" type="presOf" srcId="{89E9D917-F0F2-4FA2-922E-2C79DC4CFDC5}" destId="{98A098DB-4741-41F1-9F13-F84F4B3CBB59}" srcOrd="0" destOrd="0" presId="urn:microsoft.com/office/officeart/2005/8/layout/chevron1"/>
    <dgm:cxn modelId="{F239F53C-8652-41C9-A026-654C274F69F0}" srcId="{DF02923D-55F1-494E-97D9-8EDAC75A8079}" destId="{DF7388B1-74AC-49C8-8875-C98E89EA56A7}" srcOrd="9" destOrd="0" parTransId="{CCD5561F-106B-4596-A9C4-6EE976921D00}" sibTransId="{DB2CC17C-4BCD-4245-91EA-02AD681DC62C}"/>
    <dgm:cxn modelId="{936B9E3F-4325-49EB-B3D8-0037692541B4}" type="presOf" srcId="{48514421-5D2C-440D-9671-CEC545A7BDBF}" destId="{03204C04-BFFD-674A-80E3-73A33D5288EF}" srcOrd="0" destOrd="3" presId="urn:microsoft.com/office/officeart/2005/8/layout/chevron1"/>
    <dgm:cxn modelId="{B2EEFE40-AD46-48D9-85CC-3CDD930D6354}" srcId="{7612FAE4-7BF2-BE4F-AA44-D650E74F76BF}" destId="{F52A6C3E-BBF1-4E5A-94CA-DB021A908F1F}" srcOrd="1" destOrd="0" parTransId="{0075963B-F074-4E68-B88C-2002E16F932E}" sibTransId="{6D5664B9-F5E2-4FE9-B26E-50A7144DD8BB}"/>
    <dgm:cxn modelId="{0DB0B15B-4B47-4B47-BF78-82E2545BBDDE}" srcId="{444C5D25-841D-4970-975D-7233ACA581DC}" destId="{8797472F-0D78-43ED-9153-5A25F05BD8FB}" srcOrd="1" destOrd="0" parTransId="{46B140C8-5689-4690-88F0-765DCFD8137F}" sibTransId="{5C8C660E-EA68-4B02-B192-A390345FB91B}"/>
    <dgm:cxn modelId="{E94A2F5C-66C0-E94A-B5F5-04C8FE184C64}" srcId="{9663A311-18A9-4BD7-B082-8956A792C8D8}" destId="{1A954E71-C71B-F544-A18C-7D39653E88A1}" srcOrd="0" destOrd="0" parTransId="{9AB7610B-5A57-DD40-990D-4A2CD6A8F855}" sibTransId="{CEB5610C-4F5B-0548-8852-1A1195172348}"/>
    <dgm:cxn modelId="{6ECBC95D-1EDC-4E97-9859-D122AFF43FC6}" type="presOf" srcId="{E2750E7E-C03D-47C9-B132-18778C82208D}" destId="{5C247E35-6B4E-45FC-A1F8-6A5F817DEBE7}" srcOrd="0" destOrd="0" presId="urn:microsoft.com/office/officeart/2005/8/layout/chevron1"/>
    <dgm:cxn modelId="{FB622041-A405-4BFD-86E8-782463EB0B34}" srcId="{0EAC6727-0E0C-EC40-8F75-EACEEFC81D31}" destId="{48514421-5D2C-440D-9671-CEC545A7BDBF}" srcOrd="3" destOrd="0" parTransId="{4F98323F-E52D-4D3C-BF12-5282E7C338CF}" sibTransId="{978C8217-B4AE-4AFF-BFAB-65F40AC80652}"/>
    <dgm:cxn modelId="{D3B53741-D021-4AE6-B39C-B5A2BF49D0B0}" type="presOf" srcId="{2D8F6E05-F05A-4648-A0A4-F0EACF09B430}" destId="{2B9AB306-9928-412F-B99A-417B0DA7A13B}" srcOrd="0" destOrd="2" presId="urn:microsoft.com/office/officeart/2005/8/layout/chevron1"/>
    <dgm:cxn modelId="{51697142-964C-47B3-AFFE-D4A5C943BF1B}" type="presOf" srcId="{3FFE71DC-8BF6-49FA-B0B7-5747C9FE2534}" destId="{03204C04-BFFD-674A-80E3-73A33D5288EF}" srcOrd="0" destOrd="1" presId="urn:microsoft.com/office/officeart/2005/8/layout/chevron1"/>
    <dgm:cxn modelId="{5CCEA643-9CB0-4198-A9F4-D05B9FCDC89D}" srcId="{DF02923D-55F1-494E-97D9-8EDAC75A8079}" destId="{E2750E7E-C03D-47C9-B132-18778C82208D}" srcOrd="8" destOrd="0" parTransId="{D104C835-03F6-47E0-B94A-70D7FE86A5EA}" sibTransId="{1B7C6578-DAAA-447E-890A-25C3E0D0D64C}"/>
    <dgm:cxn modelId="{B039DA43-016E-4823-BDF3-0B985670CDAA}" type="presOf" srcId="{30F027ED-BBA7-4ACC-A81E-B15154AC09A5}" destId="{5C98A525-A828-4E1A-BDA9-6ED1E9FE580C}" srcOrd="0" destOrd="0" presId="urn:microsoft.com/office/officeart/2005/8/layout/chevron1"/>
    <dgm:cxn modelId="{E93D1E47-0A53-46C9-B706-58C0411511FB}" srcId="{4D271853-B05E-4E7A-A9C0-1B3AAACAB18D}" destId="{B24D9BD6-4A3B-49E8-B5DE-89801FAE99A7}" srcOrd="2" destOrd="0" parTransId="{9AB27A2F-0712-4E71-8721-E0E6AFE9E651}" sibTransId="{20068153-53B5-4EC7-A2E5-44C05BAFB568}"/>
    <dgm:cxn modelId="{D66BB868-C976-4191-98DC-3F1D236EC0C5}" type="presOf" srcId="{219FE969-F658-4C88-8000-54FF6E811E0A}" destId="{29C24664-33D2-4985-8969-D7C718ADDFD4}" srcOrd="0" destOrd="1" presId="urn:microsoft.com/office/officeart/2005/8/layout/chevron1"/>
    <dgm:cxn modelId="{957F3569-328F-4B14-B4B3-AF3EC4C56B51}" type="presOf" srcId="{D6E605FE-AC48-4E24-9DF7-A354F80F7859}" destId="{20BF96C6-968B-4F0B-9D6D-562DDD7D80DC}" srcOrd="0" destOrd="3" presId="urn:microsoft.com/office/officeart/2005/8/layout/chevron1"/>
    <dgm:cxn modelId="{A277156E-4CF1-48DB-8887-8073A3D52095}" srcId="{7612FAE4-7BF2-BE4F-AA44-D650E74F76BF}" destId="{FC5EDBF8-BE86-42F8-9798-868B2DD84889}" srcOrd="3" destOrd="0" parTransId="{D93FA9B4-EF67-460F-A86C-E4413849A27D}" sibTransId="{6D47424A-826B-4D8D-9490-BDA90599BD03}"/>
    <dgm:cxn modelId="{EBA1864E-FBEA-4244-B646-AE30658836DB}" type="presOf" srcId="{65F46445-5AFB-4C63-B116-C47010EC4A33}" destId="{20BF96C6-968B-4F0B-9D6D-562DDD7D80DC}" srcOrd="0" destOrd="1" presId="urn:microsoft.com/office/officeart/2005/8/layout/chevron1"/>
    <dgm:cxn modelId="{82B8E46E-A7F2-4092-A0FF-E5890FD87B1F}" type="presOf" srcId="{3789C125-37A8-4EB8-B716-4893D1406A7F}" destId="{7C6CB57B-22D2-4F1F-8710-E06589FB8BC4}" srcOrd="0" destOrd="1" presId="urn:microsoft.com/office/officeart/2005/8/layout/chevron1"/>
    <dgm:cxn modelId="{113BFA53-F580-43DD-A3D6-A5577455AD58}" srcId="{2C35FB94-5B2B-4BF5-99FB-ADE6E0D7DAD3}" destId="{65F46445-5AFB-4C63-B116-C47010EC4A33}" srcOrd="1" destOrd="0" parTransId="{9359EA60-2951-4587-A34B-BDF5E9CC8AE7}" sibTransId="{94D7D186-9FAD-454E-81C5-FB2D7B4C6C25}"/>
    <dgm:cxn modelId="{F5617A76-756D-4C65-933A-521A617E6D58}" srcId="{30F027ED-BBA7-4ACC-A81E-B15154AC09A5}" destId="{E05097DE-FAE5-4EC7-8B56-D01403D69225}" srcOrd="2" destOrd="0" parTransId="{372CB8AD-3840-4CE4-8637-4A3997D30571}" sibTransId="{583E45FA-F272-4E0F-97B7-3F045865016F}"/>
    <dgm:cxn modelId="{B75DBB76-D065-4180-BE1A-78844C24CE23}" type="presOf" srcId="{B24D9BD6-4A3B-49E8-B5DE-89801FAE99A7}" destId="{7C6CB57B-22D2-4F1F-8710-E06589FB8BC4}" srcOrd="0" destOrd="2" presId="urn:microsoft.com/office/officeart/2005/8/layout/chevron1"/>
    <dgm:cxn modelId="{B2993079-06E2-42A4-BBA0-1C5C2EAD6CBF}" type="presOf" srcId="{89036E45-F575-432C-AE28-3D597B499382}" destId="{B8D36505-FA80-4AF1-A96F-3782864225CF}" srcOrd="0" destOrd="1" presId="urn:microsoft.com/office/officeart/2005/8/layout/chevron1"/>
    <dgm:cxn modelId="{D9A5917D-1590-48FA-9747-5B4AFC46E22E}" type="presOf" srcId="{77735640-7DCD-4B7E-BD26-13D1967C8074}" destId="{2805DEA2-E619-4CD9-803E-1FB510721257}" srcOrd="0" destOrd="1" presId="urn:microsoft.com/office/officeart/2005/8/layout/chevron1"/>
    <dgm:cxn modelId="{0E09F381-DBB0-4058-9885-90E7874C8ECA}" srcId="{DF02923D-55F1-494E-97D9-8EDAC75A8079}" destId="{2C35FB94-5B2B-4BF5-99FB-ADE6E0D7DAD3}" srcOrd="5" destOrd="0" parTransId="{CE43F479-3912-43FE-BA3E-166A636458D0}" sibTransId="{390F9076-A43E-4672-913B-B286DEC27CD1}"/>
    <dgm:cxn modelId="{3A2E5A82-3BD9-4F24-90EA-9AB10EF6E1E7}" type="presOf" srcId="{F52A6C3E-BBF1-4E5A-94CA-DB021A908F1F}" destId="{E6293091-4CC3-B247-9A3B-C8D5975024C7}" srcOrd="0" destOrd="1" presId="urn:microsoft.com/office/officeart/2005/8/layout/chevron1"/>
    <dgm:cxn modelId="{BADFA382-BFF0-451A-89FF-FA81A4669175}" srcId="{2C35FB94-5B2B-4BF5-99FB-ADE6E0D7DAD3}" destId="{6C59CE43-F414-4794-B89B-876704E20B16}" srcOrd="2" destOrd="0" parTransId="{159F8221-CC5E-4B6E-806D-FEE1A8F79DF0}" sibTransId="{81A3F2CD-4424-4A26-9123-7F3815263A95}"/>
    <dgm:cxn modelId="{D685ED86-CF99-4521-BAC0-3CA10122E4C5}" srcId="{DF02923D-55F1-494E-97D9-8EDAC75A8079}" destId="{4D271853-B05E-4E7A-A9C0-1B3AAACAB18D}" srcOrd="2" destOrd="0" parTransId="{3A912B45-B517-429C-BCB4-D7BDB01EE78F}" sibTransId="{03E2A8B9-EDF1-4D1E-8CEB-F9451C4A95A5}"/>
    <dgm:cxn modelId="{87DF498B-E710-4F5B-8D67-1E39B39D713F}" srcId="{30F027ED-BBA7-4ACC-A81E-B15154AC09A5}" destId="{89036E45-F575-432C-AE28-3D597B499382}" srcOrd="1" destOrd="0" parTransId="{0B0C645E-34DC-4695-8F68-03DF0709A920}" sibTransId="{49D67479-867E-462D-893D-C68E3106F351}"/>
    <dgm:cxn modelId="{5259008C-69D7-7449-A02F-B7F88D4933DB}" srcId="{DF02923D-55F1-494E-97D9-8EDAC75A8079}" destId="{7612FAE4-7BF2-BE4F-AA44-D650E74F76BF}" srcOrd="7" destOrd="0" parTransId="{8D9E8C36-E725-244C-9132-62ADBBF9D4FC}" sibTransId="{23ADC38F-B827-254B-A2A5-7E9A46D4BBDB}"/>
    <dgm:cxn modelId="{DDEC7B8F-F9DD-2C46-A8CE-BEBCE1EC5897}" srcId="{DF02923D-55F1-494E-97D9-8EDAC75A8079}" destId="{0EAC6727-0E0C-EC40-8F75-EACEEFC81D31}" srcOrd="6" destOrd="0" parTransId="{817CD06C-A0A0-2C47-BFBD-E96B122AA626}" sibTransId="{3C786E30-D428-C543-8191-104DB6558405}"/>
    <dgm:cxn modelId="{74C43192-DA51-4699-8545-D4D04A1439B4}" srcId="{2C35FB94-5B2B-4BF5-99FB-ADE6E0D7DAD3}" destId="{D6E605FE-AC48-4E24-9DF7-A354F80F7859}" srcOrd="3" destOrd="0" parTransId="{A5F8FD90-A45D-4B81-828C-E3E051646885}" sibTransId="{FE374746-BF4B-464B-B0C3-94E0DAD9742A}"/>
    <dgm:cxn modelId="{EFE7A793-721B-4C6A-BE16-1ABEA6B15AEA}" srcId="{444C5D25-841D-4970-975D-7233ACA581DC}" destId="{5FF2A7C1-D049-4B60-A153-DB244B8EF48C}" srcOrd="2" destOrd="0" parTransId="{9FF20BAB-29A9-4F72-945E-13C14CEFDA37}" sibTransId="{A81B61AC-CC9F-46D9-B83E-DDFB77459333}"/>
    <dgm:cxn modelId="{A6440694-172A-439B-8284-687D18760596}" type="presOf" srcId="{413485F3-FDF1-4EA3-8A69-A3FC98DD6C17}" destId="{2ED57444-1B68-4E2E-9412-907A73610B13}" srcOrd="0" destOrd="0" presId="urn:microsoft.com/office/officeart/2005/8/layout/chevron1"/>
    <dgm:cxn modelId="{25241194-8B10-0D4D-BE4B-E8AE2AE46B7C}" type="presOf" srcId="{7612FAE4-7BF2-BE4F-AA44-D650E74F76BF}" destId="{A1819E31-9106-154E-9ADB-D072F506357E}" srcOrd="0" destOrd="0" presId="urn:microsoft.com/office/officeart/2005/8/layout/chevron1"/>
    <dgm:cxn modelId="{68CFB5A6-29DD-447B-B0A9-0C54E1435CCD}" type="presOf" srcId="{53A606F1-6026-4CD4-894E-AEDA8E29671E}" destId="{03204C04-BFFD-674A-80E3-73A33D5288EF}" srcOrd="0" destOrd="2" presId="urn:microsoft.com/office/officeart/2005/8/layout/chevron1"/>
    <dgm:cxn modelId="{8C8AB4A7-94B5-B14C-B0EB-C7EE56FDB8FE}" type="presOf" srcId="{0EAC6727-0E0C-EC40-8F75-EACEEFC81D31}" destId="{CFF73852-C36E-534B-BF0E-36610B6A1A87}" srcOrd="0" destOrd="0" presId="urn:microsoft.com/office/officeart/2005/8/layout/chevron1"/>
    <dgm:cxn modelId="{49E223A9-2531-47BA-A441-3B419DE12ED2}" type="presOf" srcId="{1A954E71-C71B-F544-A18C-7D39653E88A1}" destId="{2805DEA2-E619-4CD9-803E-1FB510721257}" srcOrd="0" destOrd="0" presId="urn:microsoft.com/office/officeart/2005/8/layout/chevron1"/>
    <dgm:cxn modelId="{579C7BA9-C032-4E2F-966C-511CE06ECB82}" srcId="{4D271853-B05E-4E7A-A9C0-1B3AAACAB18D}" destId="{47D6C8DC-3136-44B9-9CA8-5D146732D5B6}" srcOrd="0" destOrd="0" parTransId="{578ABC3D-3177-423B-881E-36A7A20F205C}" sibTransId="{05E6D97C-C1D9-4DAA-A141-17D1A3479C74}"/>
    <dgm:cxn modelId="{F1ABD9AF-8158-4FD1-BC70-EC3665E64F76}" srcId="{30F027ED-BBA7-4ACC-A81E-B15154AC09A5}" destId="{6AFE394C-68A8-44B3-9F22-3F5560B61476}" srcOrd="0" destOrd="0" parTransId="{F35D8C3A-7773-45E9-9D30-262EA14B5B58}" sibTransId="{C1046572-FD2C-4EF4-AF3A-573EBDB48351}"/>
    <dgm:cxn modelId="{B31A0FB0-C823-428A-81A0-C97E109E509B}" type="presOf" srcId="{A314099E-BBD1-4D9C-997C-333A110F6526}" destId="{2805DEA2-E619-4CD9-803E-1FB510721257}" srcOrd="0" destOrd="3" presId="urn:microsoft.com/office/officeart/2005/8/layout/chevron1"/>
    <dgm:cxn modelId="{A33296B1-F857-448B-BAA0-6DE2CFA32942}" type="presOf" srcId="{B488E46E-F36F-45AE-A67C-9CA28F07B659}" destId="{2B9AB306-9928-412F-B99A-417B0DA7A13B}" srcOrd="0" destOrd="0" presId="urn:microsoft.com/office/officeart/2005/8/layout/chevron1"/>
    <dgm:cxn modelId="{FB692CB5-195F-4B6E-86AF-613713DAAE79}" type="presOf" srcId="{444C5D25-841D-4970-975D-7233ACA581DC}" destId="{831BE916-3024-4B3B-BC3D-1C08E0FFCCF4}" srcOrd="0" destOrd="0" presId="urn:microsoft.com/office/officeart/2005/8/layout/chevron1"/>
    <dgm:cxn modelId="{85E420B8-BC8D-4487-AACC-E575C4CBB558}" type="presOf" srcId="{5FF2A7C1-D049-4B60-A153-DB244B8EF48C}" destId="{E99E96E2-DB33-427D-BEA3-6A1FFEA90F74}" srcOrd="0" destOrd="2" presId="urn:microsoft.com/office/officeart/2005/8/layout/chevron1"/>
    <dgm:cxn modelId="{BD95DEB8-EAF0-4485-9A3E-694DD9F074F6}" srcId="{DF02923D-55F1-494E-97D9-8EDAC75A8079}" destId="{444C5D25-841D-4970-975D-7233ACA581DC}" srcOrd="3" destOrd="0" parTransId="{925AA71E-1D9E-42FD-9F30-9D811406194F}" sibTransId="{956D8C4F-AD95-4549-B1CD-79DA3A00D8E5}"/>
    <dgm:cxn modelId="{DD6CECB8-FE91-49AA-96C5-3647445E600E}" type="presOf" srcId="{9663A311-18A9-4BD7-B082-8956A792C8D8}" destId="{C0514E50-1190-4C37-B32D-1621FE0A98A4}" srcOrd="0" destOrd="0" presId="urn:microsoft.com/office/officeart/2005/8/layout/chevron1"/>
    <dgm:cxn modelId="{4EC522BA-35E5-4A4E-872A-6D7DC22518F6}" srcId="{4D271853-B05E-4E7A-A9C0-1B3AAACAB18D}" destId="{3789C125-37A8-4EB8-B716-4893D1406A7F}" srcOrd="1" destOrd="0" parTransId="{BC372D82-5814-4382-A1C2-8ED47BF7A9C9}" sibTransId="{7A64DDA6-015D-4DC6-9EC6-A48347FD08D8}"/>
    <dgm:cxn modelId="{D22128BA-7FDB-4740-9063-41505069AE23}" srcId="{4D271853-B05E-4E7A-A9C0-1B3AAACAB18D}" destId="{8BCB4387-9E99-4235-B05B-0DBB45E7830F}" srcOrd="3" destOrd="0" parTransId="{CFEE601E-FAAA-4036-B92B-2BAE31E69D43}" sibTransId="{20DB0856-0393-49E8-9175-A7F7659B7599}"/>
    <dgm:cxn modelId="{DDA11EBC-1AA8-4E49-A828-69F6849B3E10}" srcId="{0EAC6727-0E0C-EC40-8F75-EACEEFC81D31}" destId="{53A606F1-6026-4CD4-894E-AEDA8E29671E}" srcOrd="2" destOrd="0" parTransId="{A796D369-77EA-44A1-848E-27A53B4200FE}" sibTransId="{E767B90F-88EF-41FF-A76F-A5931526A438}"/>
    <dgm:cxn modelId="{A868ABBC-83ED-42FC-A829-EDDA3C52AD14}" srcId="{DF02923D-55F1-494E-97D9-8EDAC75A8079}" destId="{9663A311-18A9-4BD7-B082-8956A792C8D8}" srcOrd="1" destOrd="0" parTransId="{55F4E152-6C70-491D-9372-2A60B9917ECC}" sibTransId="{EC096781-5012-43A8-8688-AC01AA68A577}"/>
    <dgm:cxn modelId="{DC35E9BC-D67B-46BD-98B4-D7F4C2EF991F}" type="presOf" srcId="{8313FEBD-1F24-490C-899F-4CA80DBABF48}" destId="{2B9AB306-9928-412F-B99A-417B0DA7A13B}" srcOrd="0" destOrd="1" presId="urn:microsoft.com/office/officeart/2005/8/layout/chevron1"/>
    <dgm:cxn modelId="{EB039DBD-DE97-4DC0-A873-B7B9EF345E7D}" srcId="{7612FAE4-7BF2-BE4F-AA44-D650E74F76BF}" destId="{93DAF62F-8095-4CAE-A5B8-ED03E8A27F17}" srcOrd="2" destOrd="0" parTransId="{F8499D42-0FD5-4602-99CF-47AE09BE3E00}" sibTransId="{44D443D7-42B6-4A88-B980-ECA526852472}"/>
    <dgm:cxn modelId="{E131A1C0-3D19-4666-94A4-69AD819EFF9F}" type="presOf" srcId="{3CA9F389-8B25-4A1D-A7F1-DBEF1DFA439E}" destId="{E99E96E2-DB33-427D-BEA3-6A1FFEA90F74}" srcOrd="0" destOrd="0" presId="urn:microsoft.com/office/officeart/2005/8/layout/chevron1"/>
    <dgm:cxn modelId="{A2CBDFC5-625B-784D-9D2B-502778AC78DF}" srcId="{7612FAE4-7BF2-BE4F-AA44-D650E74F76BF}" destId="{EAAC3AEC-5198-F349-B405-BD52B8E04D89}" srcOrd="0" destOrd="0" parTransId="{C350B727-0ED9-9C48-8DD1-22795967E537}" sibTransId="{73F7BE19-9F83-BE48-B513-4D635678E870}"/>
    <dgm:cxn modelId="{60262ECF-CD03-40D1-84C3-D1913E645F04}" srcId="{9663A311-18A9-4BD7-B082-8956A792C8D8}" destId="{CBF24B06-435F-4DF2-A39D-ACD621D403A3}" srcOrd="4" destOrd="0" parTransId="{150F5743-EAA5-4A47-B04D-9FF6B6B2306B}" sibTransId="{C69C54FD-9618-41FF-9CC6-A554E9B85950}"/>
    <dgm:cxn modelId="{FDBB80D8-8025-4C3C-98B8-9FA8058CA5F9}" type="presOf" srcId="{CBF24B06-435F-4DF2-A39D-ACD621D403A3}" destId="{2805DEA2-E619-4CD9-803E-1FB510721257}" srcOrd="0" destOrd="4" presId="urn:microsoft.com/office/officeart/2005/8/layout/chevron1"/>
    <dgm:cxn modelId="{BD519FDD-D27B-4D3A-A6BE-89085B9B104A}" type="presOf" srcId="{1EF6A3D6-6D7B-4639-9B06-00F3BB9E006B}" destId="{E6293091-4CC3-B247-9A3B-C8D5975024C7}" srcOrd="0" destOrd="4" presId="urn:microsoft.com/office/officeart/2005/8/layout/chevron1"/>
    <dgm:cxn modelId="{19CBC5DD-1871-44E2-B113-4B26DF88E812}" type="presOf" srcId="{2EFFAB02-19FE-49BA-BF63-60244EF7B4D9}" destId="{20BF96C6-968B-4F0B-9D6D-562DDD7D80DC}" srcOrd="0" destOrd="0" presId="urn:microsoft.com/office/officeart/2005/8/layout/chevron1"/>
    <dgm:cxn modelId="{8806EEE5-CDC9-423C-B1DF-8F2CF0B71D9D}" srcId="{2C35FB94-5B2B-4BF5-99FB-ADE6E0D7DAD3}" destId="{2EFFAB02-19FE-49BA-BF63-60244EF7B4D9}" srcOrd="0" destOrd="0" parTransId="{E2575D11-388C-4817-8848-046599858302}" sibTransId="{21F70482-F4C8-4C1E-8BFA-E306656619B8}"/>
    <dgm:cxn modelId="{D073E3E7-D98E-4042-A21B-BCCA852A86F8}" srcId="{413485F3-FDF1-4EA3-8A69-A3FC98DD6C17}" destId="{9AF6415D-A8A8-48E8-A271-5A687A6287AC}" srcOrd="3" destOrd="0" parTransId="{B7EFA088-9A99-4D4D-AEC1-56D19DE0D4B0}" sibTransId="{49F5C1AA-CF56-4E3C-A773-D62B067CEEE3}"/>
    <dgm:cxn modelId="{6290F3EB-185C-4B8C-8B16-168D914F6D49}" srcId="{0EAC6727-0E0C-EC40-8F75-EACEEFC81D31}" destId="{3FFE71DC-8BF6-49FA-B0B7-5747C9FE2534}" srcOrd="1" destOrd="0" parTransId="{E5315C32-BF62-4801-A90D-55E9DBD09CA4}" sibTransId="{66558E9A-49E8-41EB-B84A-A3A98310FE64}"/>
    <dgm:cxn modelId="{EB4BD6EE-76DB-4C8C-9282-B16D21B8F4AD}" type="presOf" srcId="{2C35FB94-5B2B-4BF5-99FB-ADE6E0D7DAD3}" destId="{777672B6-5F4C-488C-B5ED-83A3236FDB62}" srcOrd="0" destOrd="0" presId="urn:microsoft.com/office/officeart/2005/8/layout/chevron1"/>
    <dgm:cxn modelId="{AF3841EF-BAAF-460C-B384-106D577EA3E5}" srcId="{413485F3-FDF1-4EA3-8A69-A3FC98DD6C17}" destId="{2D8F6E05-F05A-4648-A0A4-F0EACF09B430}" srcOrd="2" destOrd="0" parTransId="{4E827176-D9C8-4D32-A6EA-F2C006714F49}" sibTransId="{FB77C77F-9484-4D8B-8398-1742C89C19B6}"/>
    <dgm:cxn modelId="{FE03DFF1-26FD-405B-B40E-2E685B4D792D}" type="presOf" srcId="{FC5EDBF8-BE86-42F8-9798-868B2DD84889}" destId="{E6293091-4CC3-B247-9A3B-C8D5975024C7}" srcOrd="0" destOrd="3" presId="urn:microsoft.com/office/officeart/2005/8/layout/chevron1"/>
    <dgm:cxn modelId="{CB9C66F9-E511-4BB1-B913-D3B6A261A928}" srcId="{DF7388B1-74AC-49C8-8875-C98E89EA56A7}" destId="{2300F7C3-51EB-41EF-BF51-BA9D39E1706C}" srcOrd="0" destOrd="0" parTransId="{131C658E-E62D-4DFF-A098-B199671292C3}" sibTransId="{4EFBB7AF-F256-4B52-941F-A3370D6BD718}"/>
    <dgm:cxn modelId="{6E9B4DF9-788E-4936-A0A3-F601401D63DD}" type="presOf" srcId="{DF7388B1-74AC-49C8-8875-C98E89EA56A7}" destId="{3A5B7711-A7B1-41C5-89D4-205FEB328B16}" srcOrd="0" destOrd="0" presId="urn:microsoft.com/office/officeart/2005/8/layout/chevron1"/>
    <dgm:cxn modelId="{4EAA4FF9-16F6-4144-A3BF-BC70874FEA17}" type="presOf" srcId="{47D6C8DC-3136-44B9-9CA8-5D146732D5B6}" destId="{7C6CB57B-22D2-4F1F-8710-E06589FB8BC4}" srcOrd="0" destOrd="0" presId="urn:microsoft.com/office/officeart/2005/8/layout/chevron1"/>
    <dgm:cxn modelId="{3A6398FF-141D-4859-BF26-63B0E1727E56}" type="presOf" srcId="{546DFABE-FF63-4326-ACBD-C3CC1C8202D1}" destId="{E99E96E2-DB33-427D-BEA3-6A1FFEA90F74}" srcOrd="0" destOrd="3" presId="urn:microsoft.com/office/officeart/2005/8/layout/chevron1"/>
    <dgm:cxn modelId="{F6A0A9FF-1B90-49E8-A0A4-277891241772}" type="presOf" srcId="{8BCB4387-9E99-4235-B05B-0DBB45E7830F}" destId="{7C6CB57B-22D2-4F1F-8710-E06589FB8BC4}" srcOrd="0" destOrd="3" presId="urn:microsoft.com/office/officeart/2005/8/layout/chevron1"/>
    <dgm:cxn modelId="{5E7590FB-C853-4C77-91E2-FD08B839CA9E}" type="presParOf" srcId="{0A4EBBC1-C139-4EFB-9AF0-425D22DE1DA0}" destId="{3668EDE7-C6A3-4120-B1AF-264B186C5997}" srcOrd="0" destOrd="0" presId="urn:microsoft.com/office/officeart/2005/8/layout/chevron1"/>
    <dgm:cxn modelId="{B5B0C02E-E04B-438B-A496-E881DFE0C2B5}" type="presParOf" srcId="{3668EDE7-C6A3-4120-B1AF-264B186C5997}" destId="{5C98A525-A828-4E1A-BDA9-6ED1E9FE580C}" srcOrd="0" destOrd="0" presId="urn:microsoft.com/office/officeart/2005/8/layout/chevron1"/>
    <dgm:cxn modelId="{95465EC2-5082-4BD6-81F3-52F17AC191E1}" type="presParOf" srcId="{3668EDE7-C6A3-4120-B1AF-264B186C5997}" destId="{B8D36505-FA80-4AF1-A96F-3782864225CF}" srcOrd="1" destOrd="0" presId="urn:microsoft.com/office/officeart/2005/8/layout/chevron1"/>
    <dgm:cxn modelId="{CA944762-0632-4B5E-92AE-E848FBFB9D7A}" type="presParOf" srcId="{0A4EBBC1-C139-4EFB-9AF0-425D22DE1DA0}" destId="{1B2EBEDC-6BA2-4992-9332-126A7D518491}" srcOrd="1" destOrd="0" presId="urn:microsoft.com/office/officeart/2005/8/layout/chevron1"/>
    <dgm:cxn modelId="{D112ECCF-5B79-42EF-8170-0C8E471647B0}" type="presParOf" srcId="{0A4EBBC1-C139-4EFB-9AF0-425D22DE1DA0}" destId="{513E3EEA-CAB7-401A-9D66-B57745E70544}" srcOrd="2" destOrd="0" presId="urn:microsoft.com/office/officeart/2005/8/layout/chevron1"/>
    <dgm:cxn modelId="{250A1BC3-A4D6-4E6D-B53C-2AFD4BE0A86F}" type="presParOf" srcId="{513E3EEA-CAB7-401A-9D66-B57745E70544}" destId="{C0514E50-1190-4C37-B32D-1621FE0A98A4}" srcOrd="0" destOrd="0" presId="urn:microsoft.com/office/officeart/2005/8/layout/chevron1"/>
    <dgm:cxn modelId="{9CA5926B-F93F-4164-A2B4-DE946F8B8754}" type="presParOf" srcId="{513E3EEA-CAB7-401A-9D66-B57745E70544}" destId="{2805DEA2-E619-4CD9-803E-1FB510721257}" srcOrd="1" destOrd="0" presId="urn:microsoft.com/office/officeart/2005/8/layout/chevron1"/>
    <dgm:cxn modelId="{A5ECF659-713E-4746-98DD-A2D2D795FB74}" type="presParOf" srcId="{0A4EBBC1-C139-4EFB-9AF0-425D22DE1DA0}" destId="{7BA05A1D-C73C-4969-8DED-AC94BB3E7019}" srcOrd="3" destOrd="0" presId="urn:microsoft.com/office/officeart/2005/8/layout/chevron1"/>
    <dgm:cxn modelId="{83040B85-36B0-42C2-82D0-2854FC926D71}" type="presParOf" srcId="{0A4EBBC1-C139-4EFB-9AF0-425D22DE1DA0}" destId="{649D707B-1782-41D4-B7F4-E9828B1C274B}" srcOrd="4" destOrd="0" presId="urn:microsoft.com/office/officeart/2005/8/layout/chevron1"/>
    <dgm:cxn modelId="{A4F5C9E3-4EAF-4F3B-8016-886F4482DB98}" type="presParOf" srcId="{649D707B-1782-41D4-B7F4-E9828B1C274B}" destId="{0B0693FC-3A3E-42CB-AB16-688CCC06EDA3}" srcOrd="0" destOrd="0" presId="urn:microsoft.com/office/officeart/2005/8/layout/chevron1"/>
    <dgm:cxn modelId="{078EE232-460C-4DA6-80A8-DA7674687F1D}" type="presParOf" srcId="{649D707B-1782-41D4-B7F4-E9828B1C274B}" destId="{7C6CB57B-22D2-4F1F-8710-E06589FB8BC4}" srcOrd="1" destOrd="0" presId="urn:microsoft.com/office/officeart/2005/8/layout/chevron1"/>
    <dgm:cxn modelId="{AE087102-6920-43C5-90D5-166519A67030}" type="presParOf" srcId="{0A4EBBC1-C139-4EFB-9AF0-425D22DE1DA0}" destId="{61AA1539-70E5-4B5E-B480-CFF6F3FF055A}" srcOrd="5" destOrd="0" presId="urn:microsoft.com/office/officeart/2005/8/layout/chevron1"/>
    <dgm:cxn modelId="{ECF2E376-F564-4177-8DC8-B21AEACEBB27}" type="presParOf" srcId="{0A4EBBC1-C139-4EFB-9AF0-425D22DE1DA0}" destId="{58E179C3-FC98-49AC-B78E-69820A238B4A}" srcOrd="6" destOrd="0" presId="urn:microsoft.com/office/officeart/2005/8/layout/chevron1"/>
    <dgm:cxn modelId="{5223AACF-3E0C-40C5-A406-37C975864072}" type="presParOf" srcId="{58E179C3-FC98-49AC-B78E-69820A238B4A}" destId="{831BE916-3024-4B3B-BC3D-1C08E0FFCCF4}" srcOrd="0" destOrd="0" presId="urn:microsoft.com/office/officeart/2005/8/layout/chevron1"/>
    <dgm:cxn modelId="{3CC1912E-ACCA-4F39-A51D-561C1A8C5530}" type="presParOf" srcId="{58E179C3-FC98-49AC-B78E-69820A238B4A}" destId="{E99E96E2-DB33-427D-BEA3-6A1FFEA90F74}" srcOrd="1" destOrd="0" presId="urn:microsoft.com/office/officeart/2005/8/layout/chevron1"/>
    <dgm:cxn modelId="{88370024-BD5D-4FF3-856A-C9B66BC1DF5A}" type="presParOf" srcId="{0A4EBBC1-C139-4EFB-9AF0-425D22DE1DA0}" destId="{EE23E014-3114-494F-A396-35839C40F955}" srcOrd="7" destOrd="0" presId="urn:microsoft.com/office/officeart/2005/8/layout/chevron1"/>
    <dgm:cxn modelId="{27132A44-F632-4CF7-8A79-91FB6EA5D082}" type="presParOf" srcId="{0A4EBBC1-C139-4EFB-9AF0-425D22DE1DA0}" destId="{D4977867-4AC0-4AED-8184-B95B1E9A2727}" srcOrd="8" destOrd="0" presId="urn:microsoft.com/office/officeart/2005/8/layout/chevron1"/>
    <dgm:cxn modelId="{674B2F40-89CB-4C02-8A07-15731B757EF1}" type="presParOf" srcId="{D4977867-4AC0-4AED-8184-B95B1E9A2727}" destId="{2ED57444-1B68-4E2E-9412-907A73610B13}" srcOrd="0" destOrd="0" presId="urn:microsoft.com/office/officeart/2005/8/layout/chevron1"/>
    <dgm:cxn modelId="{C56E4C35-1426-462C-92EB-64631D1603D8}" type="presParOf" srcId="{D4977867-4AC0-4AED-8184-B95B1E9A2727}" destId="{2B9AB306-9928-412F-B99A-417B0DA7A13B}" srcOrd="1" destOrd="0" presId="urn:microsoft.com/office/officeart/2005/8/layout/chevron1"/>
    <dgm:cxn modelId="{7164CBAB-C339-4500-A3DC-DD1401317988}" type="presParOf" srcId="{0A4EBBC1-C139-4EFB-9AF0-425D22DE1DA0}" destId="{C1742374-1FF2-462E-ABE9-74F65A4439AD}" srcOrd="9" destOrd="0" presId="urn:microsoft.com/office/officeart/2005/8/layout/chevron1"/>
    <dgm:cxn modelId="{9FC58233-4F52-469A-82D6-E1A9AE585F03}" type="presParOf" srcId="{0A4EBBC1-C139-4EFB-9AF0-425D22DE1DA0}" destId="{41D5237E-736A-42F7-A69C-4876FBB97B19}" srcOrd="10" destOrd="0" presId="urn:microsoft.com/office/officeart/2005/8/layout/chevron1"/>
    <dgm:cxn modelId="{1EF2AB7C-3EA0-4EC6-AFE3-C5186BC15F35}" type="presParOf" srcId="{41D5237E-736A-42F7-A69C-4876FBB97B19}" destId="{777672B6-5F4C-488C-B5ED-83A3236FDB62}" srcOrd="0" destOrd="0" presId="urn:microsoft.com/office/officeart/2005/8/layout/chevron1"/>
    <dgm:cxn modelId="{CE013E5E-CB7F-47CC-BC02-45C948FE4252}" type="presParOf" srcId="{41D5237E-736A-42F7-A69C-4876FBB97B19}" destId="{20BF96C6-968B-4F0B-9D6D-562DDD7D80DC}" srcOrd="1" destOrd="0" presId="urn:microsoft.com/office/officeart/2005/8/layout/chevron1"/>
    <dgm:cxn modelId="{90BA0755-0AFD-4DBB-8094-8ACD8BB31C69}" type="presParOf" srcId="{0A4EBBC1-C139-4EFB-9AF0-425D22DE1DA0}" destId="{942EE220-6F97-45AD-83C4-9C5CC0864BF9}" srcOrd="11" destOrd="0" presId="urn:microsoft.com/office/officeart/2005/8/layout/chevron1"/>
    <dgm:cxn modelId="{D2895D67-7223-2C4F-9411-0303C5C86D2A}" type="presParOf" srcId="{0A4EBBC1-C139-4EFB-9AF0-425D22DE1DA0}" destId="{7553805B-0863-A443-BACC-713E23D464E2}" srcOrd="12" destOrd="0" presId="urn:microsoft.com/office/officeart/2005/8/layout/chevron1"/>
    <dgm:cxn modelId="{1DF41937-D9C0-DE48-8036-44C081667351}" type="presParOf" srcId="{7553805B-0863-A443-BACC-713E23D464E2}" destId="{CFF73852-C36E-534B-BF0E-36610B6A1A87}" srcOrd="0" destOrd="0" presId="urn:microsoft.com/office/officeart/2005/8/layout/chevron1"/>
    <dgm:cxn modelId="{9D4A443D-B552-2040-B85A-CC6CA441FB7D}" type="presParOf" srcId="{7553805B-0863-A443-BACC-713E23D464E2}" destId="{03204C04-BFFD-674A-80E3-73A33D5288EF}" srcOrd="1" destOrd="0" presId="urn:microsoft.com/office/officeart/2005/8/layout/chevron1"/>
    <dgm:cxn modelId="{970D11B8-AD52-1E46-A11A-5779269129C2}" type="presParOf" srcId="{0A4EBBC1-C139-4EFB-9AF0-425D22DE1DA0}" destId="{7B3F06CC-7D58-A24F-9DEB-2F207EA6C00C}" srcOrd="13" destOrd="0" presId="urn:microsoft.com/office/officeart/2005/8/layout/chevron1"/>
    <dgm:cxn modelId="{2C6C21D0-0605-6E4B-941E-27E753320018}" type="presParOf" srcId="{0A4EBBC1-C139-4EFB-9AF0-425D22DE1DA0}" destId="{71D91774-3261-F14E-9207-196E7705F0AE}" srcOrd="14" destOrd="0" presId="urn:microsoft.com/office/officeart/2005/8/layout/chevron1"/>
    <dgm:cxn modelId="{D77D6790-5E9E-D944-8F24-A501A1D7C3DF}" type="presParOf" srcId="{71D91774-3261-F14E-9207-196E7705F0AE}" destId="{A1819E31-9106-154E-9ADB-D072F506357E}" srcOrd="0" destOrd="0" presId="urn:microsoft.com/office/officeart/2005/8/layout/chevron1"/>
    <dgm:cxn modelId="{4DB06047-F484-6D46-8935-6982F22A4521}" type="presParOf" srcId="{71D91774-3261-F14E-9207-196E7705F0AE}" destId="{E6293091-4CC3-B247-9A3B-C8D5975024C7}" srcOrd="1" destOrd="0" presId="urn:microsoft.com/office/officeart/2005/8/layout/chevron1"/>
    <dgm:cxn modelId="{5FC48F01-29A2-8245-B503-662A69201FBF}" type="presParOf" srcId="{0A4EBBC1-C139-4EFB-9AF0-425D22DE1DA0}" destId="{05DB2ED1-54D5-EB49-85B6-8D77B30D417A}" srcOrd="15" destOrd="0" presId="urn:microsoft.com/office/officeart/2005/8/layout/chevron1"/>
    <dgm:cxn modelId="{AB26FD57-681E-4213-A89B-970809FDD8F7}" type="presParOf" srcId="{0A4EBBC1-C139-4EFB-9AF0-425D22DE1DA0}" destId="{052ACA68-04E0-4D33-8FC2-C81D80B642E8}" srcOrd="16" destOrd="0" presId="urn:microsoft.com/office/officeart/2005/8/layout/chevron1"/>
    <dgm:cxn modelId="{EECAA35C-3D20-40A9-9B32-86926DD02FA0}" type="presParOf" srcId="{052ACA68-04E0-4D33-8FC2-C81D80B642E8}" destId="{5C247E35-6B4E-45FC-A1F8-6A5F817DEBE7}" srcOrd="0" destOrd="0" presId="urn:microsoft.com/office/officeart/2005/8/layout/chevron1"/>
    <dgm:cxn modelId="{4EA17339-B468-465C-A42B-207944EBCA9D}" type="presParOf" srcId="{052ACA68-04E0-4D33-8FC2-C81D80B642E8}" destId="{98A098DB-4741-41F1-9F13-F84F4B3CBB59}" srcOrd="1" destOrd="0" presId="urn:microsoft.com/office/officeart/2005/8/layout/chevron1"/>
    <dgm:cxn modelId="{3C6253BB-16CA-47C7-A393-91CD859158FD}" type="presParOf" srcId="{0A4EBBC1-C139-4EFB-9AF0-425D22DE1DA0}" destId="{B6335339-6F21-4FF1-AC9E-71FD4F3E1878}" srcOrd="17" destOrd="0" presId="urn:microsoft.com/office/officeart/2005/8/layout/chevron1"/>
    <dgm:cxn modelId="{94026464-F6CD-435C-B883-5D1320795E47}" type="presParOf" srcId="{0A4EBBC1-C139-4EFB-9AF0-425D22DE1DA0}" destId="{7F0912BC-0C89-493E-9C24-1B0B556F9BC7}" srcOrd="18" destOrd="0" presId="urn:microsoft.com/office/officeart/2005/8/layout/chevron1"/>
    <dgm:cxn modelId="{15507089-D0FC-4E4B-9212-8FA2A6246D53}" type="presParOf" srcId="{7F0912BC-0C89-493E-9C24-1B0B556F9BC7}" destId="{3A5B7711-A7B1-41C5-89D4-205FEB328B16}" srcOrd="0" destOrd="0" presId="urn:microsoft.com/office/officeart/2005/8/layout/chevron1"/>
    <dgm:cxn modelId="{FC53936F-AC8B-498F-93A0-8DC0B1CB04F4}" type="presParOf" srcId="{7F0912BC-0C89-493E-9C24-1B0B556F9BC7}" destId="{29C24664-33D2-4985-8969-D7C718ADDFD4}" srcOrd="1"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9DCE62-2E27-4787-A6DE-2289E022B94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MY"/>
        </a:p>
      </dgm:t>
    </dgm:pt>
    <dgm:pt modelId="{F666C25F-03C3-41F1-AF1E-77E620197371}">
      <dgm:prSet phldrT="[Text]"/>
      <dgm:spPr/>
      <dgm:t>
        <a:bodyPr/>
        <a:lstStyle/>
        <a:p>
          <a:pPr algn="ctr"/>
          <a:r>
            <a:rPr lang="en-MY"/>
            <a:t>Project Manager</a:t>
          </a:r>
        </a:p>
      </dgm:t>
    </dgm:pt>
    <dgm:pt modelId="{4A577665-7000-4AC5-9D72-4FC9B103A935}" type="parTrans" cxnId="{F8EFE5BD-C79B-40F6-BC33-42CE04C2112C}">
      <dgm:prSet/>
      <dgm:spPr/>
      <dgm:t>
        <a:bodyPr/>
        <a:lstStyle/>
        <a:p>
          <a:pPr algn="ctr"/>
          <a:endParaRPr lang="en-MY"/>
        </a:p>
      </dgm:t>
    </dgm:pt>
    <dgm:pt modelId="{9F9BE704-CF07-49D7-9D3A-68716BF62E1C}" type="sibTrans" cxnId="{F8EFE5BD-C79B-40F6-BC33-42CE04C2112C}">
      <dgm:prSet/>
      <dgm:spPr/>
      <dgm:t>
        <a:bodyPr/>
        <a:lstStyle/>
        <a:p>
          <a:pPr algn="ctr"/>
          <a:endParaRPr lang="en-MY"/>
        </a:p>
      </dgm:t>
    </dgm:pt>
    <dgm:pt modelId="{692DE20C-7223-4233-9594-6CACC4571A2C}">
      <dgm:prSet/>
      <dgm:spPr/>
      <dgm:t>
        <a:bodyPr/>
        <a:lstStyle/>
        <a:p>
          <a:pPr algn="ctr"/>
          <a:r>
            <a:rPr lang="en-MY"/>
            <a:t>Tech Lead</a:t>
          </a:r>
        </a:p>
      </dgm:t>
    </dgm:pt>
    <dgm:pt modelId="{5E094D30-B28C-4542-8672-0D82B28FABB3}" type="sibTrans" cxnId="{F8093B89-940E-4B1A-8B8A-AA70CA67857C}">
      <dgm:prSet/>
      <dgm:spPr/>
      <dgm:t>
        <a:bodyPr/>
        <a:lstStyle/>
        <a:p>
          <a:pPr algn="ctr"/>
          <a:endParaRPr lang="en-MY"/>
        </a:p>
      </dgm:t>
    </dgm:pt>
    <dgm:pt modelId="{0444C5BF-5A84-4CA3-B5BB-050622A00526}" type="parTrans" cxnId="{F8093B89-940E-4B1A-8B8A-AA70CA67857C}">
      <dgm:prSet/>
      <dgm:spPr/>
      <dgm:t>
        <a:bodyPr/>
        <a:lstStyle/>
        <a:p>
          <a:pPr algn="ctr"/>
          <a:endParaRPr lang="en-MY"/>
        </a:p>
      </dgm:t>
    </dgm:pt>
    <dgm:pt modelId="{47A7FA37-9C36-4118-9E50-1FBF54E3F5F5}">
      <dgm:prSet/>
      <dgm:spPr/>
      <dgm:t>
        <a:bodyPr/>
        <a:lstStyle/>
        <a:p>
          <a:pPr algn="ctr"/>
          <a:r>
            <a:rPr lang="en-MY"/>
            <a:t>Solution Developer (EDP)</a:t>
          </a:r>
        </a:p>
      </dgm:t>
    </dgm:pt>
    <dgm:pt modelId="{424F7FF9-144B-4F7C-BC23-8BB372D1E550}" type="sibTrans" cxnId="{B72F3561-8C77-4B22-832A-9C7077B0DE92}">
      <dgm:prSet/>
      <dgm:spPr/>
      <dgm:t>
        <a:bodyPr/>
        <a:lstStyle/>
        <a:p>
          <a:pPr algn="ctr"/>
          <a:endParaRPr lang="en-MY"/>
        </a:p>
      </dgm:t>
    </dgm:pt>
    <dgm:pt modelId="{486FF2FC-8BD3-4144-94B3-2055283E65A5}" type="parTrans" cxnId="{B72F3561-8C77-4B22-832A-9C7077B0DE92}">
      <dgm:prSet/>
      <dgm:spPr/>
      <dgm:t>
        <a:bodyPr/>
        <a:lstStyle/>
        <a:p>
          <a:pPr algn="ctr"/>
          <a:endParaRPr lang="en-MY"/>
        </a:p>
      </dgm:t>
    </dgm:pt>
    <dgm:pt modelId="{D0672976-0762-467E-8174-714078043696}">
      <dgm:prSet/>
      <dgm:spPr/>
      <dgm:t>
        <a:bodyPr/>
        <a:lstStyle/>
        <a:p>
          <a:pPr algn="ctr"/>
          <a:r>
            <a:rPr lang="en-MY"/>
            <a:t>Solution Developer (DG)</a:t>
          </a:r>
        </a:p>
      </dgm:t>
    </dgm:pt>
    <dgm:pt modelId="{3273888F-F5DB-4B73-886D-1CC884A8FDD9}" type="sibTrans" cxnId="{3154EB9B-5106-4C95-A4BB-9509F545CC6C}">
      <dgm:prSet/>
      <dgm:spPr/>
      <dgm:t>
        <a:bodyPr/>
        <a:lstStyle/>
        <a:p>
          <a:pPr algn="ctr"/>
          <a:endParaRPr lang="en-MY"/>
        </a:p>
      </dgm:t>
    </dgm:pt>
    <dgm:pt modelId="{1D1B9216-8819-4524-A5D0-A304E9A79E5B}" type="parTrans" cxnId="{3154EB9B-5106-4C95-A4BB-9509F545CC6C}">
      <dgm:prSet/>
      <dgm:spPr/>
      <dgm:t>
        <a:bodyPr/>
        <a:lstStyle/>
        <a:p>
          <a:pPr algn="ctr"/>
          <a:endParaRPr lang="en-MY"/>
        </a:p>
      </dgm:t>
    </dgm:pt>
    <dgm:pt modelId="{F48686B4-5F95-4BED-93CC-F74B99F1C1ED}">
      <dgm:prSet/>
      <dgm:spPr/>
      <dgm:t>
        <a:bodyPr/>
        <a:lstStyle/>
        <a:p>
          <a:pPr algn="ctr"/>
          <a:r>
            <a:rPr lang="en-MY"/>
            <a:t>Solution Developer (AM)</a:t>
          </a:r>
        </a:p>
      </dgm:t>
    </dgm:pt>
    <dgm:pt modelId="{8B6EEECD-CC5E-41AE-AD1C-91E8DD6F254E}" type="sibTrans" cxnId="{DE9943FD-C457-4303-8D6D-6A3467D3F276}">
      <dgm:prSet/>
      <dgm:spPr/>
      <dgm:t>
        <a:bodyPr/>
        <a:lstStyle/>
        <a:p>
          <a:pPr algn="ctr"/>
          <a:endParaRPr lang="en-MY"/>
        </a:p>
      </dgm:t>
    </dgm:pt>
    <dgm:pt modelId="{EC8B439A-A2D1-4AA7-BAD8-AB5F7BE9E017}" type="parTrans" cxnId="{DE9943FD-C457-4303-8D6D-6A3467D3F276}">
      <dgm:prSet/>
      <dgm:spPr/>
      <dgm:t>
        <a:bodyPr/>
        <a:lstStyle/>
        <a:p>
          <a:pPr algn="ctr"/>
          <a:endParaRPr lang="en-MY"/>
        </a:p>
      </dgm:t>
    </dgm:pt>
    <dgm:pt modelId="{4730CD04-1FED-4B7D-9D08-7213F7369920}" type="pres">
      <dgm:prSet presAssocID="{6E9DCE62-2E27-4787-A6DE-2289E022B945}" presName="hierChild1" presStyleCnt="0">
        <dgm:presLayoutVars>
          <dgm:orgChart val="1"/>
          <dgm:chPref val="1"/>
          <dgm:dir/>
          <dgm:animOne val="branch"/>
          <dgm:animLvl val="lvl"/>
          <dgm:resizeHandles/>
        </dgm:presLayoutVars>
      </dgm:prSet>
      <dgm:spPr/>
    </dgm:pt>
    <dgm:pt modelId="{497336CE-38F5-4EC1-A5BF-0BB117185C16}" type="pres">
      <dgm:prSet presAssocID="{F666C25F-03C3-41F1-AF1E-77E620197371}" presName="hierRoot1" presStyleCnt="0">
        <dgm:presLayoutVars>
          <dgm:hierBranch/>
        </dgm:presLayoutVars>
      </dgm:prSet>
      <dgm:spPr/>
    </dgm:pt>
    <dgm:pt modelId="{722B69A4-2DD7-40D8-8DC1-40E16957A0E9}" type="pres">
      <dgm:prSet presAssocID="{F666C25F-03C3-41F1-AF1E-77E620197371}" presName="rootComposite1" presStyleCnt="0"/>
      <dgm:spPr/>
    </dgm:pt>
    <dgm:pt modelId="{1E23B215-C78F-4AC6-B681-28456E895250}" type="pres">
      <dgm:prSet presAssocID="{F666C25F-03C3-41F1-AF1E-77E620197371}" presName="rootText1" presStyleLbl="node0" presStyleIdx="0" presStyleCnt="1">
        <dgm:presLayoutVars>
          <dgm:chPref val="3"/>
        </dgm:presLayoutVars>
      </dgm:prSet>
      <dgm:spPr/>
    </dgm:pt>
    <dgm:pt modelId="{52B9B04D-3255-4142-A90F-D8834B603F52}" type="pres">
      <dgm:prSet presAssocID="{F666C25F-03C3-41F1-AF1E-77E620197371}" presName="rootConnector1" presStyleLbl="node1" presStyleIdx="0" presStyleCnt="0"/>
      <dgm:spPr/>
    </dgm:pt>
    <dgm:pt modelId="{6E3B9F63-A90B-4848-8D5E-5DAA6C7F0977}" type="pres">
      <dgm:prSet presAssocID="{F666C25F-03C3-41F1-AF1E-77E620197371}" presName="hierChild2" presStyleCnt="0"/>
      <dgm:spPr/>
    </dgm:pt>
    <dgm:pt modelId="{8666F25E-FE69-451E-AE9B-E3ECEC5CE452}" type="pres">
      <dgm:prSet presAssocID="{0444C5BF-5A84-4CA3-B5BB-050622A00526}" presName="Name35" presStyleLbl="parChTrans1D2" presStyleIdx="0" presStyleCnt="1"/>
      <dgm:spPr/>
    </dgm:pt>
    <dgm:pt modelId="{E0F78633-8F89-499B-AED8-3CA55AFC6F9C}" type="pres">
      <dgm:prSet presAssocID="{692DE20C-7223-4233-9594-6CACC4571A2C}" presName="hierRoot2" presStyleCnt="0">
        <dgm:presLayoutVars>
          <dgm:hierBranch/>
        </dgm:presLayoutVars>
      </dgm:prSet>
      <dgm:spPr/>
    </dgm:pt>
    <dgm:pt modelId="{E60C29EA-F1CB-4DCB-A1CC-1424AC34D66E}" type="pres">
      <dgm:prSet presAssocID="{692DE20C-7223-4233-9594-6CACC4571A2C}" presName="rootComposite" presStyleCnt="0"/>
      <dgm:spPr/>
    </dgm:pt>
    <dgm:pt modelId="{EBCA2AC1-EA18-4931-8B58-B6B294B952FC}" type="pres">
      <dgm:prSet presAssocID="{692DE20C-7223-4233-9594-6CACC4571A2C}" presName="rootText" presStyleLbl="node2" presStyleIdx="0" presStyleCnt="1">
        <dgm:presLayoutVars>
          <dgm:chPref val="3"/>
        </dgm:presLayoutVars>
      </dgm:prSet>
      <dgm:spPr/>
    </dgm:pt>
    <dgm:pt modelId="{DE68C919-62D5-40D2-B7BC-C4989FBFFFFF}" type="pres">
      <dgm:prSet presAssocID="{692DE20C-7223-4233-9594-6CACC4571A2C}" presName="rootConnector" presStyleLbl="node2" presStyleIdx="0" presStyleCnt="1"/>
      <dgm:spPr/>
    </dgm:pt>
    <dgm:pt modelId="{2078B9E9-C9C1-448D-9E30-8E941C644260}" type="pres">
      <dgm:prSet presAssocID="{692DE20C-7223-4233-9594-6CACC4571A2C}" presName="hierChild4" presStyleCnt="0"/>
      <dgm:spPr/>
    </dgm:pt>
    <dgm:pt modelId="{68B5CB63-2C68-4BD0-821F-EEFC0D7A4B44}" type="pres">
      <dgm:prSet presAssocID="{486FF2FC-8BD3-4144-94B3-2055283E65A5}" presName="Name35" presStyleLbl="parChTrans1D3" presStyleIdx="0" presStyleCnt="3"/>
      <dgm:spPr/>
    </dgm:pt>
    <dgm:pt modelId="{A326E80B-C7E8-4C68-BE50-D39AFCCA564C}" type="pres">
      <dgm:prSet presAssocID="{47A7FA37-9C36-4118-9E50-1FBF54E3F5F5}" presName="hierRoot2" presStyleCnt="0">
        <dgm:presLayoutVars>
          <dgm:hierBranch/>
        </dgm:presLayoutVars>
      </dgm:prSet>
      <dgm:spPr/>
    </dgm:pt>
    <dgm:pt modelId="{7F755157-085F-4AB0-82FF-8F94439D19AF}" type="pres">
      <dgm:prSet presAssocID="{47A7FA37-9C36-4118-9E50-1FBF54E3F5F5}" presName="rootComposite" presStyleCnt="0"/>
      <dgm:spPr/>
    </dgm:pt>
    <dgm:pt modelId="{9869D35D-87AF-473B-A2FA-B6889957C62B}" type="pres">
      <dgm:prSet presAssocID="{47A7FA37-9C36-4118-9E50-1FBF54E3F5F5}" presName="rootText" presStyleLbl="node3" presStyleIdx="0" presStyleCnt="3">
        <dgm:presLayoutVars>
          <dgm:chPref val="3"/>
        </dgm:presLayoutVars>
      </dgm:prSet>
      <dgm:spPr/>
    </dgm:pt>
    <dgm:pt modelId="{E71BBDCD-D69E-4C97-9C34-DD4E54509D6E}" type="pres">
      <dgm:prSet presAssocID="{47A7FA37-9C36-4118-9E50-1FBF54E3F5F5}" presName="rootConnector" presStyleLbl="node3" presStyleIdx="0" presStyleCnt="3"/>
      <dgm:spPr/>
    </dgm:pt>
    <dgm:pt modelId="{CB391623-9AED-47D9-927E-07AE3904BBA5}" type="pres">
      <dgm:prSet presAssocID="{47A7FA37-9C36-4118-9E50-1FBF54E3F5F5}" presName="hierChild4" presStyleCnt="0"/>
      <dgm:spPr/>
    </dgm:pt>
    <dgm:pt modelId="{A60ABA3C-DED2-411F-B4C6-850ECB235C8D}" type="pres">
      <dgm:prSet presAssocID="{47A7FA37-9C36-4118-9E50-1FBF54E3F5F5}" presName="hierChild5" presStyleCnt="0"/>
      <dgm:spPr/>
    </dgm:pt>
    <dgm:pt modelId="{4FA401AA-7259-40DC-AF1F-9C5ED93A27F0}" type="pres">
      <dgm:prSet presAssocID="{1D1B9216-8819-4524-A5D0-A304E9A79E5B}" presName="Name35" presStyleLbl="parChTrans1D3" presStyleIdx="1" presStyleCnt="3"/>
      <dgm:spPr/>
    </dgm:pt>
    <dgm:pt modelId="{1201C890-42D9-4617-842C-31E17DDA988E}" type="pres">
      <dgm:prSet presAssocID="{D0672976-0762-467E-8174-714078043696}" presName="hierRoot2" presStyleCnt="0">
        <dgm:presLayoutVars>
          <dgm:hierBranch/>
        </dgm:presLayoutVars>
      </dgm:prSet>
      <dgm:spPr/>
    </dgm:pt>
    <dgm:pt modelId="{F2D53519-35BA-40B4-B085-B65991C60BEF}" type="pres">
      <dgm:prSet presAssocID="{D0672976-0762-467E-8174-714078043696}" presName="rootComposite" presStyleCnt="0"/>
      <dgm:spPr/>
    </dgm:pt>
    <dgm:pt modelId="{BEDDA9EC-239E-46E4-9C78-6E44E5AF0786}" type="pres">
      <dgm:prSet presAssocID="{D0672976-0762-467E-8174-714078043696}" presName="rootText" presStyleLbl="node3" presStyleIdx="1" presStyleCnt="3">
        <dgm:presLayoutVars>
          <dgm:chPref val="3"/>
        </dgm:presLayoutVars>
      </dgm:prSet>
      <dgm:spPr/>
    </dgm:pt>
    <dgm:pt modelId="{235A097E-83E6-4881-BC67-F79C65EABD2B}" type="pres">
      <dgm:prSet presAssocID="{D0672976-0762-467E-8174-714078043696}" presName="rootConnector" presStyleLbl="node3" presStyleIdx="1" presStyleCnt="3"/>
      <dgm:spPr/>
    </dgm:pt>
    <dgm:pt modelId="{C3BE5BE6-E52C-48E1-998D-F5EF7D29CDED}" type="pres">
      <dgm:prSet presAssocID="{D0672976-0762-467E-8174-714078043696}" presName="hierChild4" presStyleCnt="0"/>
      <dgm:spPr/>
    </dgm:pt>
    <dgm:pt modelId="{960DB8EC-8D5C-4D18-B24C-BF9A5740EB38}" type="pres">
      <dgm:prSet presAssocID="{D0672976-0762-467E-8174-714078043696}" presName="hierChild5" presStyleCnt="0"/>
      <dgm:spPr/>
    </dgm:pt>
    <dgm:pt modelId="{65153074-6DFF-44A5-88F0-21058EA6BCB6}" type="pres">
      <dgm:prSet presAssocID="{EC8B439A-A2D1-4AA7-BAD8-AB5F7BE9E017}" presName="Name35" presStyleLbl="parChTrans1D3" presStyleIdx="2" presStyleCnt="3"/>
      <dgm:spPr/>
    </dgm:pt>
    <dgm:pt modelId="{A174E6C2-BA0C-447D-9922-25F9D5BE92F7}" type="pres">
      <dgm:prSet presAssocID="{F48686B4-5F95-4BED-93CC-F74B99F1C1ED}" presName="hierRoot2" presStyleCnt="0">
        <dgm:presLayoutVars>
          <dgm:hierBranch/>
        </dgm:presLayoutVars>
      </dgm:prSet>
      <dgm:spPr/>
    </dgm:pt>
    <dgm:pt modelId="{EF6A3ACF-EB11-43E9-A00A-6CF2EB5D1B3C}" type="pres">
      <dgm:prSet presAssocID="{F48686B4-5F95-4BED-93CC-F74B99F1C1ED}" presName="rootComposite" presStyleCnt="0"/>
      <dgm:spPr/>
    </dgm:pt>
    <dgm:pt modelId="{98EDE530-EAF8-43A0-B459-7E4C726F0AF6}" type="pres">
      <dgm:prSet presAssocID="{F48686B4-5F95-4BED-93CC-F74B99F1C1ED}" presName="rootText" presStyleLbl="node3" presStyleIdx="2" presStyleCnt="3">
        <dgm:presLayoutVars>
          <dgm:chPref val="3"/>
        </dgm:presLayoutVars>
      </dgm:prSet>
      <dgm:spPr/>
    </dgm:pt>
    <dgm:pt modelId="{24FBD821-316F-46C4-9F4A-937AF59D9463}" type="pres">
      <dgm:prSet presAssocID="{F48686B4-5F95-4BED-93CC-F74B99F1C1ED}" presName="rootConnector" presStyleLbl="node3" presStyleIdx="2" presStyleCnt="3"/>
      <dgm:spPr/>
    </dgm:pt>
    <dgm:pt modelId="{A6A4B355-268B-4FCF-8300-D1C10C2C4EA8}" type="pres">
      <dgm:prSet presAssocID="{F48686B4-5F95-4BED-93CC-F74B99F1C1ED}" presName="hierChild4" presStyleCnt="0"/>
      <dgm:spPr/>
    </dgm:pt>
    <dgm:pt modelId="{BD095239-1E95-431A-80F5-97EC2EF3710B}" type="pres">
      <dgm:prSet presAssocID="{F48686B4-5F95-4BED-93CC-F74B99F1C1ED}" presName="hierChild5" presStyleCnt="0"/>
      <dgm:spPr/>
    </dgm:pt>
    <dgm:pt modelId="{E29961B1-94A3-4EA0-9BD4-EE9DF528C5D3}" type="pres">
      <dgm:prSet presAssocID="{692DE20C-7223-4233-9594-6CACC4571A2C}" presName="hierChild5" presStyleCnt="0"/>
      <dgm:spPr/>
    </dgm:pt>
    <dgm:pt modelId="{9A98C857-B992-484B-8172-C8F14FCC058B}" type="pres">
      <dgm:prSet presAssocID="{F666C25F-03C3-41F1-AF1E-77E620197371}" presName="hierChild3" presStyleCnt="0"/>
      <dgm:spPr/>
    </dgm:pt>
  </dgm:ptLst>
  <dgm:cxnLst>
    <dgm:cxn modelId="{9A5C3801-DD38-4FAF-AD70-6AA8ED85BAEA}" type="presOf" srcId="{F666C25F-03C3-41F1-AF1E-77E620197371}" destId="{52B9B04D-3255-4142-A90F-D8834B603F52}" srcOrd="1" destOrd="0" presId="urn:microsoft.com/office/officeart/2005/8/layout/orgChart1"/>
    <dgm:cxn modelId="{C812331E-564F-4E2B-871E-6EB8F1F94232}" type="presOf" srcId="{6E9DCE62-2E27-4787-A6DE-2289E022B945}" destId="{4730CD04-1FED-4B7D-9D08-7213F7369920}" srcOrd="0" destOrd="0" presId="urn:microsoft.com/office/officeart/2005/8/layout/orgChart1"/>
    <dgm:cxn modelId="{4FEE9923-43FB-42BF-A22F-5B170DBB696E}" type="presOf" srcId="{692DE20C-7223-4233-9594-6CACC4571A2C}" destId="{EBCA2AC1-EA18-4931-8B58-B6B294B952FC}" srcOrd="0" destOrd="0" presId="urn:microsoft.com/office/officeart/2005/8/layout/orgChart1"/>
    <dgm:cxn modelId="{912EB92A-6750-40FF-A4FD-7B9AC7853949}" type="presOf" srcId="{1D1B9216-8819-4524-A5D0-A304E9A79E5B}" destId="{4FA401AA-7259-40DC-AF1F-9C5ED93A27F0}" srcOrd="0" destOrd="0" presId="urn:microsoft.com/office/officeart/2005/8/layout/orgChart1"/>
    <dgm:cxn modelId="{B72F3561-8C77-4B22-832A-9C7077B0DE92}" srcId="{692DE20C-7223-4233-9594-6CACC4571A2C}" destId="{47A7FA37-9C36-4118-9E50-1FBF54E3F5F5}" srcOrd="0" destOrd="0" parTransId="{486FF2FC-8BD3-4144-94B3-2055283E65A5}" sibTransId="{424F7FF9-144B-4F7C-BC23-8BB372D1E550}"/>
    <dgm:cxn modelId="{D49D0D69-3BB2-4EF0-8662-E2D8A7C90118}" type="presOf" srcId="{F48686B4-5F95-4BED-93CC-F74B99F1C1ED}" destId="{98EDE530-EAF8-43A0-B459-7E4C726F0AF6}" srcOrd="0" destOrd="0" presId="urn:microsoft.com/office/officeart/2005/8/layout/orgChart1"/>
    <dgm:cxn modelId="{280F6057-29D9-4EB7-8D3D-AB5D0C07DB64}" type="presOf" srcId="{EC8B439A-A2D1-4AA7-BAD8-AB5F7BE9E017}" destId="{65153074-6DFF-44A5-88F0-21058EA6BCB6}" srcOrd="0" destOrd="0" presId="urn:microsoft.com/office/officeart/2005/8/layout/orgChart1"/>
    <dgm:cxn modelId="{E8AF8878-0356-4B50-B003-801564E3CE37}" type="presOf" srcId="{486FF2FC-8BD3-4144-94B3-2055283E65A5}" destId="{68B5CB63-2C68-4BD0-821F-EEFC0D7A4B44}" srcOrd="0" destOrd="0" presId="urn:microsoft.com/office/officeart/2005/8/layout/orgChart1"/>
    <dgm:cxn modelId="{EEE6B85A-4089-4D72-9EC8-DCD7A75D2F8C}" type="presOf" srcId="{D0672976-0762-467E-8174-714078043696}" destId="{BEDDA9EC-239E-46E4-9C78-6E44E5AF0786}" srcOrd="0" destOrd="0" presId="urn:microsoft.com/office/officeart/2005/8/layout/orgChart1"/>
    <dgm:cxn modelId="{B61C097E-DE64-4F67-A48C-FD991C8AD0E9}" type="presOf" srcId="{692DE20C-7223-4233-9594-6CACC4571A2C}" destId="{DE68C919-62D5-40D2-B7BC-C4989FBFFFFF}" srcOrd="1" destOrd="0" presId="urn:microsoft.com/office/officeart/2005/8/layout/orgChart1"/>
    <dgm:cxn modelId="{00C7B17E-5711-4A38-8DE2-D3CCDC3A599F}" type="presOf" srcId="{47A7FA37-9C36-4118-9E50-1FBF54E3F5F5}" destId="{9869D35D-87AF-473B-A2FA-B6889957C62B}" srcOrd="0" destOrd="0" presId="urn:microsoft.com/office/officeart/2005/8/layout/orgChart1"/>
    <dgm:cxn modelId="{F8093B89-940E-4B1A-8B8A-AA70CA67857C}" srcId="{F666C25F-03C3-41F1-AF1E-77E620197371}" destId="{692DE20C-7223-4233-9594-6CACC4571A2C}" srcOrd="0" destOrd="0" parTransId="{0444C5BF-5A84-4CA3-B5BB-050622A00526}" sibTransId="{5E094D30-B28C-4542-8672-0D82B28FABB3}"/>
    <dgm:cxn modelId="{5C84B691-F1CE-4CA6-A27B-1CCBF8207E53}" type="presOf" srcId="{47A7FA37-9C36-4118-9E50-1FBF54E3F5F5}" destId="{E71BBDCD-D69E-4C97-9C34-DD4E54509D6E}" srcOrd="1" destOrd="0" presId="urn:microsoft.com/office/officeart/2005/8/layout/orgChart1"/>
    <dgm:cxn modelId="{3154EB9B-5106-4C95-A4BB-9509F545CC6C}" srcId="{692DE20C-7223-4233-9594-6CACC4571A2C}" destId="{D0672976-0762-467E-8174-714078043696}" srcOrd="1" destOrd="0" parTransId="{1D1B9216-8819-4524-A5D0-A304E9A79E5B}" sibTransId="{3273888F-F5DB-4B73-886D-1CC884A8FDD9}"/>
    <dgm:cxn modelId="{9C5DA1AF-1D70-4433-A6F3-07895636C1B5}" type="presOf" srcId="{0444C5BF-5A84-4CA3-B5BB-050622A00526}" destId="{8666F25E-FE69-451E-AE9B-E3ECEC5CE452}" srcOrd="0" destOrd="0" presId="urn:microsoft.com/office/officeart/2005/8/layout/orgChart1"/>
    <dgm:cxn modelId="{08E15DBA-CEA9-4339-98E8-7D540131DAF8}" type="presOf" srcId="{F48686B4-5F95-4BED-93CC-F74B99F1C1ED}" destId="{24FBD821-316F-46C4-9F4A-937AF59D9463}" srcOrd="1" destOrd="0" presId="urn:microsoft.com/office/officeart/2005/8/layout/orgChart1"/>
    <dgm:cxn modelId="{F8EFE5BD-C79B-40F6-BC33-42CE04C2112C}" srcId="{6E9DCE62-2E27-4787-A6DE-2289E022B945}" destId="{F666C25F-03C3-41F1-AF1E-77E620197371}" srcOrd="0" destOrd="0" parTransId="{4A577665-7000-4AC5-9D72-4FC9B103A935}" sibTransId="{9F9BE704-CF07-49D7-9D3A-68716BF62E1C}"/>
    <dgm:cxn modelId="{5E7B50C3-78BF-4DD8-9618-C12601765D4E}" type="presOf" srcId="{D0672976-0762-467E-8174-714078043696}" destId="{235A097E-83E6-4881-BC67-F79C65EABD2B}" srcOrd="1" destOrd="0" presId="urn:microsoft.com/office/officeart/2005/8/layout/orgChart1"/>
    <dgm:cxn modelId="{D3D874FB-A378-4B55-AC3D-7532B1C7737C}" type="presOf" srcId="{F666C25F-03C3-41F1-AF1E-77E620197371}" destId="{1E23B215-C78F-4AC6-B681-28456E895250}" srcOrd="0" destOrd="0" presId="urn:microsoft.com/office/officeart/2005/8/layout/orgChart1"/>
    <dgm:cxn modelId="{DE9943FD-C457-4303-8D6D-6A3467D3F276}" srcId="{692DE20C-7223-4233-9594-6CACC4571A2C}" destId="{F48686B4-5F95-4BED-93CC-F74B99F1C1ED}" srcOrd="2" destOrd="0" parTransId="{EC8B439A-A2D1-4AA7-BAD8-AB5F7BE9E017}" sibTransId="{8B6EEECD-CC5E-41AE-AD1C-91E8DD6F254E}"/>
    <dgm:cxn modelId="{2A37B120-4281-4425-B0EE-DF8638F36F24}" type="presParOf" srcId="{4730CD04-1FED-4B7D-9D08-7213F7369920}" destId="{497336CE-38F5-4EC1-A5BF-0BB117185C16}" srcOrd="0" destOrd="0" presId="urn:microsoft.com/office/officeart/2005/8/layout/orgChart1"/>
    <dgm:cxn modelId="{E035F024-A45D-495C-8F0C-5B9A55964728}" type="presParOf" srcId="{497336CE-38F5-4EC1-A5BF-0BB117185C16}" destId="{722B69A4-2DD7-40D8-8DC1-40E16957A0E9}" srcOrd="0" destOrd="0" presId="urn:microsoft.com/office/officeart/2005/8/layout/orgChart1"/>
    <dgm:cxn modelId="{C2205A43-4C0A-4615-BC3A-1152014460E3}" type="presParOf" srcId="{722B69A4-2DD7-40D8-8DC1-40E16957A0E9}" destId="{1E23B215-C78F-4AC6-B681-28456E895250}" srcOrd="0" destOrd="0" presId="urn:microsoft.com/office/officeart/2005/8/layout/orgChart1"/>
    <dgm:cxn modelId="{55EBD497-1787-45C1-8D00-21B73E1A4174}" type="presParOf" srcId="{722B69A4-2DD7-40D8-8DC1-40E16957A0E9}" destId="{52B9B04D-3255-4142-A90F-D8834B603F52}" srcOrd="1" destOrd="0" presId="urn:microsoft.com/office/officeart/2005/8/layout/orgChart1"/>
    <dgm:cxn modelId="{E3803AFF-7A8F-42A8-91CF-9615AC9C4AE5}" type="presParOf" srcId="{497336CE-38F5-4EC1-A5BF-0BB117185C16}" destId="{6E3B9F63-A90B-4848-8D5E-5DAA6C7F0977}" srcOrd="1" destOrd="0" presId="urn:microsoft.com/office/officeart/2005/8/layout/orgChart1"/>
    <dgm:cxn modelId="{F4515607-17A9-4A0A-AA26-2D01A86EC66D}" type="presParOf" srcId="{6E3B9F63-A90B-4848-8D5E-5DAA6C7F0977}" destId="{8666F25E-FE69-451E-AE9B-E3ECEC5CE452}" srcOrd="0" destOrd="0" presId="urn:microsoft.com/office/officeart/2005/8/layout/orgChart1"/>
    <dgm:cxn modelId="{7BE4EB76-411F-40FE-9584-D8531CD7BE57}" type="presParOf" srcId="{6E3B9F63-A90B-4848-8D5E-5DAA6C7F0977}" destId="{E0F78633-8F89-499B-AED8-3CA55AFC6F9C}" srcOrd="1" destOrd="0" presId="urn:microsoft.com/office/officeart/2005/8/layout/orgChart1"/>
    <dgm:cxn modelId="{58789D12-FDA1-4B34-9BE2-64F9611D1FA9}" type="presParOf" srcId="{E0F78633-8F89-499B-AED8-3CA55AFC6F9C}" destId="{E60C29EA-F1CB-4DCB-A1CC-1424AC34D66E}" srcOrd="0" destOrd="0" presId="urn:microsoft.com/office/officeart/2005/8/layout/orgChart1"/>
    <dgm:cxn modelId="{E3147475-3748-4C00-8716-8394AAA4F9BC}" type="presParOf" srcId="{E60C29EA-F1CB-4DCB-A1CC-1424AC34D66E}" destId="{EBCA2AC1-EA18-4931-8B58-B6B294B952FC}" srcOrd="0" destOrd="0" presId="urn:microsoft.com/office/officeart/2005/8/layout/orgChart1"/>
    <dgm:cxn modelId="{3EDBC503-43AE-4462-B188-70319A582E64}" type="presParOf" srcId="{E60C29EA-F1CB-4DCB-A1CC-1424AC34D66E}" destId="{DE68C919-62D5-40D2-B7BC-C4989FBFFFFF}" srcOrd="1" destOrd="0" presId="urn:microsoft.com/office/officeart/2005/8/layout/orgChart1"/>
    <dgm:cxn modelId="{6D912CFF-37A6-4269-A356-F8C9EAFFF021}" type="presParOf" srcId="{E0F78633-8F89-499B-AED8-3CA55AFC6F9C}" destId="{2078B9E9-C9C1-448D-9E30-8E941C644260}" srcOrd="1" destOrd="0" presId="urn:microsoft.com/office/officeart/2005/8/layout/orgChart1"/>
    <dgm:cxn modelId="{224CE5AF-F967-44EB-8E5B-491BA6E4C12E}" type="presParOf" srcId="{2078B9E9-C9C1-448D-9E30-8E941C644260}" destId="{68B5CB63-2C68-4BD0-821F-EEFC0D7A4B44}" srcOrd="0" destOrd="0" presId="urn:microsoft.com/office/officeart/2005/8/layout/orgChart1"/>
    <dgm:cxn modelId="{7F19E50B-5759-4BDD-8763-D52F49A15B8E}" type="presParOf" srcId="{2078B9E9-C9C1-448D-9E30-8E941C644260}" destId="{A326E80B-C7E8-4C68-BE50-D39AFCCA564C}" srcOrd="1" destOrd="0" presId="urn:microsoft.com/office/officeart/2005/8/layout/orgChart1"/>
    <dgm:cxn modelId="{DF466E6E-12CD-4794-93BA-3F1F97A03EC5}" type="presParOf" srcId="{A326E80B-C7E8-4C68-BE50-D39AFCCA564C}" destId="{7F755157-085F-4AB0-82FF-8F94439D19AF}" srcOrd="0" destOrd="0" presId="urn:microsoft.com/office/officeart/2005/8/layout/orgChart1"/>
    <dgm:cxn modelId="{6F03214B-DD8D-47FD-9303-DB2C015FB617}" type="presParOf" srcId="{7F755157-085F-4AB0-82FF-8F94439D19AF}" destId="{9869D35D-87AF-473B-A2FA-B6889957C62B}" srcOrd="0" destOrd="0" presId="urn:microsoft.com/office/officeart/2005/8/layout/orgChart1"/>
    <dgm:cxn modelId="{D39A6D53-4AEB-4DB0-8F3B-69ADDE8F57B2}" type="presParOf" srcId="{7F755157-085F-4AB0-82FF-8F94439D19AF}" destId="{E71BBDCD-D69E-4C97-9C34-DD4E54509D6E}" srcOrd="1" destOrd="0" presId="urn:microsoft.com/office/officeart/2005/8/layout/orgChart1"/>
    <dgm:cxn modelId="{276344AE-1B9A-47EA-AC83-C5740016D161}" type="presParOf" srcId="{A326E80B-C7E8-4C68-BE50-D39AFCCA564C}" destId="{CB391623-9AED-47D9-927E-07AE3904BBA5}" srcOrd="1" destOrd="0" presId="urn:microsoft.com/office/officeart/2005/8/layout/orgChart1"/>
    <dgm:cxn modelId="{D26AAE36-5358-4B34-8B84-E67D7A4EE3EA}" type="presParOf" srcId="{A326E80B-C7E8-4C68-BE50-D39AFCCA564C}" destId="{A60ABA3C-DED2-411F-B4C6-850ECB235C8D}" srcOrd="2" destOrd="0" presId="urn:microsoft.com/office/officeart/2005/8/layout/orgChart1"/>
    <dgm:cxn modelId="{E9B913E7-EFC7-4C3F-9F39-B2E2C2791B5E}" type="presParOf" srcId="{2078B9E9-C9C1-448D-9E30-8E941C644260}" destId="{4FA401AA-7259-40DC-AF1F-9C5ED93A27F0}" srcOrd="2" destOrd="0" presId="urn:microsoft.com/office/officeart/2005/8/layout/orgChart1"/>
    <dgm:cxn modelId="{0E42C457-B449-4018-9280-F7BEF8918AEA}" type="presParOf" srcId="{2078B9E9-C9C1-448D-9E30-8E941C644260}" destId="{1201C890-42D9-4617-842C-31E17DDA988E}" srcOrd="3" destOrd="0" presId="urn:microsoft.com/office/officeart/2005/8/layout/orgChart1"/>
    <dgm:cxn modelId="{CBB909E8-AAF7-4F97-B492-0BD0A2E59562}" type="presParOf" srcId="{1201C890-42D9-4617-842C-31E17DDA988E}" destId="{F2D53519-35BA-40B4-B085-B65991C60BEF}" srcOrd="0" destOrd="0" presId="urn:microsoft.com/office/officeart/2005/8/layout/orgChart1"/>
    <dgm:cxn modelId="{B745CEA2-2DD5-4397-9381-F5E1F56B1AFA}" type="presParOf" srcId="{F2D53519-35BA-40B4-B085-B65991C60BEF}" destId="{BEDDA9EC-239E-46E4-9C78-6E44E5AF0786}" srcOrd="0" destOrd="0" presId="urn:microsoft.com/office/officeart/2005/8/layout/orgChart1"/>
    <dgm:cxn modelId="{781189BB-01B8-479E-9009-09D0DED1800C}" type="presParOf" srcId="{F2D53519-35BA-40B4-B085-B65991C60BEF}" destId="{235A097E-83E6-4881-BC67-F79C65EABD2B}" srcOrd="1" destOrd="0" presId="urn:microsoft.com/office/officeart/2005/8/layout/orgChart1"/>
    <dgm:cxn modelId="{7EAC47DD-1553-4DE2-99CB-01BF8AC946A8}" type="presParOf" srcId="{1201C890-42D9-4617-842C-31E17DDA988E}" destId="{C3BE5BE6-E52C-48E1-998D-F5EF7D29CDED}" srcOrd="1" destOrd="0" presId="urn:microsoft.com/office/officeart/2005/8/layout/orgChart1"/>
    <dgm:cxn modelId="{BB99FC98-04D8-49D9-8CBC-02DC6926B971}" type="presParOf" srcId="{1201C890-42D9-4617-842C-31E17DDA988E}" destId="{960DB8EC-8D5C-4D18-B24C-BF9A5740EB38}" srcOrd="2" destOrd="0" presId="urn:microsoft.com/office/officeart/2005/8/layout/orgChart1"/>
    <dgm:cxn modelId="{6C6E8270-C0B9-438B-83D7-7EA7D9BEDC13}" type="presParOf" srcId="{2078B9E9-C9C1-448D-9E30-8E941C644260}" destId="{65153074-6DFF-44A5-88F0-21058EA6BCB6}" srcOrd="4" destOrd="0" presId="urn:microsoft.com/office/officeart/2005/8/layout/orgChart1"/>
    <dgm:cxn modelId="{95A80BE4-9C19-4947-B4D1-1A87358C4207}" type="presParOf" srcId="{2078B9E9-C9C1-448D-9E30-8E941C644260}" destId="{A174E6C2-BA0C-447D-9922-25F9D5BE92F7}" srcOrd="5" destOrd="0" presId="urn:microsoft.com/office/officeart/2005/8/layout/orgChart1"/>
    <dgm:cxn modelId="{8F574665-1128-4E71-8B7F-FE53D50FC4E9}" type="presParOf" srcId="{A174E6C2-BA0C-447D-9922-25F9D5BE92F7}" destId="{EF6A3ACF-EB11-43E9-A00A-6CF2EB5D1B3C}" srcOrd="0" destOrd="0" presId="urn:microsoft.com/office/officeart/2005/8/layout/orgChart1"/>
    <dgm:cxn modelId="{A19848AC-E7D0-4962-ACCF-A675A6A0274E}" type="presParOf" srcId="{EF6A3ACF-EB11-43E9-A00A-6CF2EB5D1B3C}" destId="{98EDE530-EAF8-43A0-B459-7E4C726F0AF6}" srcOrd="0" destOrd="0" presId="urn:microsoft.com/office/officeart/2005/8/layout/orgChart1"/>
    <dgm:cxn modelId="{786FB5F5-9317-4AAD-8446-08D03659BCD3}" type="presParOf" srcId="{EF6A3ACF-EB11-43E9-A00A-6CF2EB5D1B3C}" destId="{24FBD821-316F-46C4-9F4A-937AF59D9463}" srcOrd="1" destOrd="0" presId="urn:microsoft.com/office/officeart/2005/8/layout/orgChart1"/>
    <dgm:cxn modelId="{7690A053-81EC-4B52-B001-267911C25089}" type="presParOf" srcId="{A174E6C2-BA0C-447D-9922-25F9D5BE92F7}" destId="{A6A4B355-268B-4FCF-8300-D1C10C2C4EA8}" srcOrd="1" destOrd="0" presId="urn:microsoft.com/office/officeart/2005/8/layout/orgChart1"/>
    <dgm:cxn modelId="{A0CFD25A-0803-4407-BF26-53B2B98D02B4}" type="presParOf" srcId="{A174E6C2-BA0C-447D-9922-25F9D5BE92F7}" destId="{BD095239-1E95-431A-80F5-97EC2EF3710B}" srcOrd="2" destOrd="0" presId="urn:microsoft.com/office/officeart/2005/8/layout/orgChart1"/>
    <dgm:cxn modelId="{C0BCE8EC-2429-45F0-B808-FC6AE5221F07}" type="presParOf" srcId="{E0F78633-8F89-499B-AED8-3CA55AFC6F9C}" destId="{E29961B1-94A3-4EA0-9BD4-EE9DF528C5D3}" srcOrd="2" destOrd="0" presId="urn:microsoft.com/office/officeart/2005/8/layout/orgChart1"/>
    <dgm:cxn modelId="{6D15F828-B866-4E6F-AD4E-C83F9B1BA84D}" type="presParOf" srcId="{497336CE-38F5-4EC1-A5BF-0BB117185C16}" destId="{9A98C857-B992-484B-8172-C8F14FCC058B}"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339365-B9DC-4241-ABF1-B954E1C08A54}"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en-GB"/>
        </a:p>
      </dgm:t>
    </dgm:pt>
    <dgm:pt modelId="{6254A0BA-5B66-6447-A1F1-289ABE988BC9}">
      <dgm:prSet phldrT="[Text]" custT="1"/>
      <dgm:spPr/>
      <dgm:t>
        <a:bodyPr/>
        <a:lstStyle/>
        <a:p>
          <a:pPr rtl="0"/>
          <a:r>
            <a:rPr lang="en-GB" sz="1800">
              <a:latin typeface="Arial"/>
              <a:cs typeface="Arial"/>
            </a:rPr>
            <a:t>Meng Kwan, Project Lead</a:t>
          </a:r>
        </a:p>
      </dgm:t>
    </dgm:pt>
    <dgm:pt modelId="{850D6D65-C0DD-2649-B08F-72B9E0251EF0}" type="parTrans" cxnId="{2A81F9DE-307A-CA4A-BD66-7BD8677239C8}">
      <dgm:prSet/>
      <dgm:spPr/>
      <dgm:t>
        <a:bodyPr/>
        <a:lstStyle/>
        <a:p>
          <a:endParaRPr lang="en-GB"/>
        </a:p>
      </dgm:t>
    </dgm:pt>
    <dgm:pt modelId="{9D70DB0D-8D84-AE41-A5C8-C11B9AF946CE}" type="sibTrans" cxnId="{2A81F9DE-307A-CA4A-BD66-7BD8677239C8}">
      <dgm:prSet/>
      <dgm:spPr/>
      <dgm:t>
        <a:bodyPr/>
        <a:lstStyle/>
        <a:p>
          <a:endParaRPr lang="en-GB"/>
        </a:p>
      </dgm:t>
    </dgm:pt>
    <dgm:pt modelId="{C7680BDE-9AAF-D649-9992-300B78EB42D9}">
      <dgm:prSet phldrT="[Text]" custT="1"/>
      <dgm:spPr/>
      <dgm:t>
        <a:bodyPr/>
        <a:lstStyle/>
        <a:p>
          <a:pPr rtl="0"/>
          <a:r>
            <a:rPr lang="en-GB" sz="1800">
              <a:latin typeface="Arial"/>
              <a:cs typeface="Arial"/>
            </a:rPr>
            <a:t>Yen Lian, Senior Engineer</a:t>
          </a:r>
        </a:p>
      </dgm:t>
    </dgm:pt>
    <dgm:pt modelId="{C1C026F7-A88A-2442-8FC1-46A726E9BC34}" type="parTrans" cxnId="{ED1FDE16-761C-3443-A1B5-C758226612BA}">
      <dgm:prSet/>
      <dgm:spPr/>
      <dgm:t>
        <a:bodyPr/>
        <a:lstStyle/>
        <a:p>
          <a:endParaRPr lang="en-GB" sz="1800"/>
        </a:p>
      </dgm:t>
    </dgm:pt>
    <dgm:pt modelId="{C07C8EBB-8C7F-D642-99F8-ADA05DE5B913}" type="sibTrans" cxnId="{ED1FDE16-761C-3443-A1B5-C758226612BA}">
      <dgm:prSet/>
      <dgm:spPr/>
      <dgm:t>
        <a:bodyPr/>
        <a:lstStyle/>
        <a:p>
          <a:endParaRPr lang="en-GB"/>
        </a:p>
      </dgm:t>
    </dgm:pt>
    <dgm:pt modelId="{36C457DE-0CA7-6744-ADE3-BC117A92B1F9}">
      <dgm:prSet phldrT="[Text]" custT="1"/>
      <dgm:spPr/>
      <dgm:t>
        <a:bodyPr/>
        <a:lstStyle/>
        <a:p>
          <a:pPr rtl="0"/>
          <a:r>
            <a:rPr lang="en-GB" sz="1800">
              <a:latin typeface="Arial"/>
              <a:cs typeface="Arial"/>
            </a:rPr>
            <a:t>Angeline Project Manager</a:t>
          </a:r>
        </a:p>
      </dgm:t>
    </dgm:pt>
    <dgm:pt modelId="{CCC6135E-321C-3A45-BFD4-FE83286571FC}" type="parTrans" cxnId="{3BB51C5D-7892-6946-932B-11E07DC32CDC}">
      <dgm:prSet/>
      <dgm:spPr/>
      <dgm:t>
        <a:bodyPr/>
        <a:lstStyle/>
        <a:p>
          <a:endParaRPr lang="en-GB"/>
        </a:p>
      </dgm:t>
    </dgm:pt>
    <dgm:pt modelId="{FB23F872-AB99-DF44-8715-6DC693DB38BA}" type="sibTrans" cxnId="{3BB51C5D-7892-6946-932B-11E07DC32CDC}">
      <dgm:prSet/>
      <dgm:spPr/>
      <dgm:t>
        <a:bodyPr/>
        <a:lstStyle/>
        <a:p>
          <a:endParaRPr lang="en-GB"/>
        </a:p>
      </dgm:t>
    </dgm:pt>
    <dgm:pt modelId="{333F9EF0-64F8-4AD0-A182-DE7CB8B1B54D}">
      <dgm:prSet phldr="0" custT="1"/>
      <dgm:spPr/>
      <dgm:t>
        <a:bodyPr/>
        <a:lstStyle/>
        <a:p>
          <a:pPr rtl="0"/>
          <a:r>
            <a:rPr lang="en-GB" sz="1800">
              <a:latin typeface="Arial"/>
              <a:cs typeface="Arial"/>
            </a:rPr>
            <a:t>Fitri, Frontend Engineer</a:t>
          </a:r>
          <a:endParaRPr lang="en-GB" sz="1800"/>
        </a:p>
      </dgm:t>
    </dgm:pt>
    <dgm:pt modelId="{8C9E3F25-7532-4083-BE7F-53A8AC0B8FD1}" type="parTrans" cxnId="{4F8E0A42-A611-C840-824A-5DE71BBB6BB8}">
      <dgm:prSet/>
      <dgm:spPr/>
      <dgm:t>
        <a:bodyPr/>
        <a:lstStyle/>
        <a:p>
          <a:endParaRPr lang="en-GB" sz="1800"/>
        </a:p>
      </dgm:t>
    </dgm:pt>
    <dgm:pt modelId="{EF32D978-0524-4ED4-B029-05423FE88077}" type="sibTrans" cxnId="{4F8E0A42-A611-C840-824A-5DE71BBB6BB8}">
      <dgm:prSet/>
      <dgm:spPr/>
      <dgm:t>
        <a:bodyPr/>
        <a:lstStyle/>
        <a:p>
          <a:endParaRPr lang="en-GB"/>
        </a:p>
      </dgm:t>
    </dgm:pt>
    <dgm:pt modelId="{ED7B9D2B-18A0-4B38-B77A-74DB3CD8D017}">
      <dgm:prSet phldr="0" custT="1"/>
      <dgm:spPr/>
      <dgm:t>
        <a:bodyPr/>
        <a:lstStyle/>
        <a:p>
          <a:pPr rtl="0"/>
          <a:r>
            <a:rPr lang="en-GB" sz="1800">
              <a:latin typeface="Arial"/>
              <a:cs typeface="Arial"/>
            </a:rPr>
            <a:t>Shaun, Senior Developer</a:t>
          </a:r>
          <a:endParaRPr lang="en-US" sz="1800">
            <a:latin typeface="Arial"/>
            <a:cs typeface="Arial"/>
          </a:endParaRPr>
        </a:p>
      </dgm:t>
    </dgm:pt>
    <dgm:pt modelId="{D5F253F6-360E-4DDC-AEE2-97DA79E2E38E}" type="parTrans" cxnId="{73069B85-B663-E54F-8A1E-A48F4E988622}">
      <dgm:prSet/>
      <dgm:spPr/>
      <dgm:t>
        <a:bodyPr/>
        <a:lstStyle/>
        <a:p>
          <a:endParaRPr lang="en-GB" sz="1800"/>
        </a:p>
      </dgm:t>
    </dgm:pt>
    <dgm:pt modelId="{B792413E-E70E-4273-BFD1-771658E6AE83}" type="sibTrans" cxnId="{73069B85-B663-E54F-8A1E-A48F4E988622}">
      <dgm:prSet/>
      <dgm:spPr/>
      <dgm:t>
        <a:bodyPr/>
        <a:lstStyle/>
        <a:p>
          <a:endParaRPr lang="en-GB"/>
        </a:p>
      </dgm:t>
    </dgm:pt>
    <dgm:pt modelId="{F60376FE-A6B1-4317-A29F-2603B4E8AE99}">
      <dgm:prSet phldrT="[Text]" custT="1"/>
      <dgm:spPr/>
      <dgm:t>
        <a:bodyPr/>
        <a:lstStyle/>
        <a:p>
          <a:pPr rtl="0"/>
          <a:r>
            <a:rPr lang="en-GB" sz="1800">
              <a:latin typeface="Arial"/>
              <a:cs typeface="Arial"/>
            </a:rPr>
            <a:t>Chun Huei, </a:t>
          </a:r>
          <a:r>
            <a:rPr lang="en-GB" sz="1800" err="1">
              <a:latin typeface="Arial"/>
              <a:cs typeface="Arial"/>
            </a:rPr>
            <a:t>Fullstack</a:t>
          </a:r>
          <a:r>
            <a:rPr lang="en-GB" sz="1800">
              <a:latin typeface="Arial"/>
              <a:cs typeface="Arial"/>
            </a:rPr>
            <a:t> Engineer</a:t>
          </a:r>
          <a:endParaRPr lang="en-GB" sz="1800"/>
        </a:p>
      </dgm:t>
    </dgm:pt>
    <dgm:pt modelId="{C789EA29-D22C-40A1-9CEA-E19017C253C2}" type="parTrans" cxnId="{DD9C1D70-254A-4513-86A0-16F4529D8324}">
      <dgm:prSet/>
      <dgm:spPr/>
      <dgm:t>
        <a:bodyPr/>
        <a:lstStyle/>
        <a:p>
          <a:endParaRPr lang="en-GB" sz="1800"/>
        </a:p>
      </dgm:t>
    </dgm:pt>
    <dgm:pt modelId="{B4A3F9D0-FEDC-4523-BF6D-5B5104ABCC82}" type="sibTrans" cxnId="{DD9C1D70-254A-4513-86A0-16F4529D8324}">
      <dgm:prSet/>
      <dgm:spPr/>
      <dgm:t>
        <a:bodyPr/>
        <a:lstStyle/>
        <a:p>
          <a:endParaRPr lang="en-MY"/>
        </a:p>
      </dgm:t>
    </dgm:pt>
    <dgm:pt modelId="{E11445C6-5967-4989-B3EF-9FC0BCE91AC3}">
      <dgm:prSet phldr="0"/>
      <dgm:spPr/>
      <dgm:t>
        <a:bodyPr/>
        <a:lstStyle/>
        <a:p>
          <a:pPr rtl="0"/>
          <a:r>
            <a:rPr lang="en-GB">
              <a:latin typeface="Arial"/>
              <a:cs typeface="Arial"/>
            </a:rPr>
            <a:t>Yen Lian, Data Analyst</a:t>
          </a:r>
        </a:p>
      </dgm:t>
    </dgm:pt>
    <dgm:pt modelId="{8D36013F-60B1-4A23-9E39-0534AA861F0E}" type="parTrans" cxnId="{CDDFA745-D98C-42A6-99BD-DD596040B313}">
      <dgm:prSet/>
      <dgm:spPr/>
    </dgm:pt>
    <dgm:pt modelId="{8C9037EB-4FB0-4A6D-A736-5FD0CA8E8351}" type="sibTrans" cxnId="{CDDFA745-D98C-42A6-99BD-DD596040B313}">
      <dgm:prSet/>
      <dgm:spPr/>
    </dgm:pt>
    <dgm:pt modelId="{96879527-538E-447B-AA89-BD177E9A7AC6}">
      <dgm:prSet phldr="0"/>
      <dgm:spPr/>
      <dgm:t>
        <a:bodyPr/>
        <a:lstStyle/>
        <a:p>
          <a:pPr rtl="0"/>
          <a:r>
            <a:rPr lang="en-GB">
              <a:latin typeface="Arial"/>
              <a:cs typeface="Arial"/>
            </a:rPr>
            <a:t>Chun Huei, Data Analyst</a:t>
          </a:r>
        </a:p>
      </dgm:t>
    </dgm:pt>
    <dgm:pt modelId="{B5CD3A2B-FDD6-4235-827C-D2C00B55BD9C}" type="parTrans" cxnId="{31FA466D-1E71-4B8D-A685-2C118D94D769}">
      <dgm:prSet/>
      <dgm:spPr/>
    </dgm:pt>
    <dgm:pt modelId="{86E1A752-0A1A-4553-98B7-72732ACA669A}" type="sibTrans" cxnId="{31FA466D-1E71-4B8D-A685-2C118D94D769}">
      <dgm:prSet/>
      <dgm:spPr/>
    </dgm:pt>
    <dgm:pt modelId="{9D6B7837-9F2F-4F98-BA06-029AF431366F}">
      <dgm:prSet phldr="0"/>
      <dgm:spPr/>
      <dgm:t>
        <a:bodyPr/>
        <a:lstStyle/>
        <a:p>
          <a:pPr rtl="0"/>
          <a:r>
            <a:rPr lang="en-GB">
              <a:latin typeface="Arial"/>
              <a:cs typeface="Arial"/>
            </a:rPr>
            <a:t>Mok Lee, Senior Data Engineer </a:t>
          </a:r>
        </a:p>
      </dgm:t>
    </dgm:pt>
    <dgm:pt modelId="{87B92E06-13B5-4A55-BC34-2F4FF612791F}" type="parTrans" cxnId="{31D8C4DF-0C8D-4B58-95DD-18C9EDAC99C8}">
      <dgm:prSet/>
      <dgm:spPr/>
    </dgm:pt>
    <dgm:pt modelId="{8F9A13C8-C8FE-4CE4-84FF-0C4C9495EC9F}" type="sibTrans" cxnId="{31D8C4DF-0C8D-4B58-95DD-18C9EDAC99C8}">
      <dgm:prSet/>
      <dgm:spPr/>
    </dgm:pt>
    <dgm:pt modelId="{2DF5F68B-A2F0-4471-B421-3D73FB458693}">
      <dgm:prSet phldr="0"/>
      <dgm:spPr/>
      <dgm:t>
        <a:bodyPr/>
        <a:lstStyle/>
        <a:p>
          <a:pPr rtl="0"/>
          <a:r>
            <a:rPr lang="en-GB">
              <a:latin typeface="Arial"/>
              <a:cs typeface="Arial"/>
            </a:rPr>
            <a:t>Data Engineer 1</a:t>
          </a:r>
        </a:p>
      </dgm:t>
    </dgm:pt>
    <dgm:pt modelId="{2D9BB806-7377-4F45-9923-07A80CF840D3}" type="parTrans" cxnId="{6F82BDBB-68C6-49F7-A809-04FD2DC0A31E}">
      <dgm:prSet/>
      <dgm:spPr/>
    </dgm:pt>
    <dgm:pt modelId="{427D0133-9BD4-47E8-B006-4D7B0AB09F79}" type="sibTrans" cxnId="{6F82BDBB-68C6-49F7-A809-04FD2DC0A31E}">
      <dgm:prSet/>
      <dgm:spPr/>
    </dgm:pt>
    <dgm:pt modelId="{0DE229B4-2862-4E59-B36E-3914F2FAA327}">
      <dgm:prSet phldr="0"/>
      <dgm:spPr/>
      <dgm:t>
        <a:bodyPr/>
        <a:lstStyle/>
        <a:p>
          <a:pPr rtl="0"/>
          <a:r>
            <a:rPr lang="en-GB">
              <a:latin typeface="Arial"/>
              <a:cs typeface="Arial"/>
            </a:rPr>
            <a:t>Data Engineer 2</a:t>
          </a:r>
        </a:p>
      </dgm:t>
    </dgm:pt>
    <dgm:pt modelId="{5A2331DE-1267-4F91-9E9F-357D9C172957}" type="parTrans" cxnId="{A2451805-D061-4F90-9CB0-BB2F9193424A}">
      <dgm:prSet/>
      <dgm:spPr/>
    </dgm:pt>
    <dgm:pt modelId="{1C42836A-AD94-4093-9D01-1982939AE3F4}" type="sibTrans" cxnId="{A2451805-D061-4F90-9CB0-BB2F9193424A}">
      <dgm:prSet/>
      <dgm:spPr/>
    </dgm:pt>
    <dgm:pt modelId="{E99F2599-A258-7440-9056-CA4896EC8D45}" type="pres">
      <dgm:prSet presAssocID="{BF339365-B9DC-4241-ABF1-B954E1C08A54}" presName="hierChild1" presStyleCnt="0">
        <dgm:presLayoutVars>
          <dgm:chPref val="1"/>
          <dgm:dir/>
          <dgm:animOne val="branch"/>
          <dgm:animLvl val="lvl"/>
          <dgm:resizeHandles/>
        </dgm:presLayoutVars>
      </dgm:prSet>
      <dgm:spPr/>
    </dgm:pt>
    <dgm:pt modelId="{BC7314CD-0186-4D50-9245-9D6C9000C6FE}" type="pres">
      <dgm:prSet presAssocID="{6254A0BA-5B66-6447-A1F1-289ABE988BC9}" presName="hierRoot1" presStyleCnt="0"/>
      <dgm:spPr/>
    </dgm:pt>
    <dgm:pt modelId="{C9D18224-69BC-47DE-A829-C01A2677A35D}" type="pres">
      <dgm:prSet presAssocID="{6254A0BA-5B66-6447-A1F1-289ABE988BC9}" presName="composite" presStyleCnt="0"/>
      <dgm:spPr/>
    </dgm:pt>
    <dgm:pt modelId="{49F7BA7A-A14D-428E-A9A5-DDD7BDFDC2B3}" type="pres">
      <dgm:prSet presAssocID="{6254A0BA-5B66-6447-A1F1-289ABE988BC9}" presName="background" presStyleLbl="node0" presStyleIdx="0" presStyleCnt="2"/>
      <dgm:spPr/>
    </dgm:pt>
    <dgm:pt modelId="{9C447614-D3E0-4D95-80B6-7589DFFBA116}" type="pres">
      <dgm:prSet presAssocID="{6254A0BA-5B66-6447-A1F1-289ABE988BC9}" presName="text" presStyleLbl="fgAcc0" presStyleIdx="0" presStyleCnt="2">
        <dgm:presLayoutVars>
          <dgm:chPref val="3"/>
        </dgm:presLayoutVars>
      </dgm:prSet>
      <dgm:spPr/>
    </dgm:pt>
    <dgm:pt modelId="{BFCBFA0F-FAC4-47B8-954F-1D2BB552F3A8}" type="pres">
      <dgm:prSet presAssocID="{6254A0BA-5B66-6447-A1F1-289ABE988BC9}" presName="hierChild2" presStyleCnt="0"/>
      <dgm:spPr/>
    </dgm:pt>
    <dgm:pt modelId="{5B5F4F59-1237-48CB-B655-CBFA4A42C30E}" type="pres">
      <dgm:prSet presAssocID="{C1C026F7-A88A-2442-8FC1-46A726E9BC34}" presName="Name10" presStyleLbl="parChTrans1D2" presStyleIdx="0" presStyleCnt="5"/>
      <dgm:spPr/>
    </dgm:pt>
    <dgm:pt modelId="{7FC8EAD4-6124-4728-B0A3-7F3BA58E07C8}" type="pres">
      <dgm:prSet presAssocID="{C7680BDE-9AAF-D649-9992-300B78EB42D9}" presName="hierRoot2" presStyleCnt="0"/>
      <dgm:spPr/>
    </dgm:pt>
    <dgm:pt modelId="{54018F38-2EBC-426B-8040-3CFBA559FC81}" type="pres">
      <dgm:prSet presAssocID="{C7680BDE-9AAF-D649-9992-300B78EB42D9}" presName="composite2" presStyleCnt="0"/>
      <dgm:spPr/>
    </dgm:pt>
    <dgm:pt modelId="{CAA53E31-1511-46D8-B607-CBF82B881E16}" type="pres">
      <dgm:prSet presAssocID="{C7680BDE-9AAF-D649-9992-300B78EB42D9}" presName="background2" presStyleLbl="node2" presStyleIdx="0" presStyleCnt="5"/>
      <dgm:spPr/>
    </dgm:pt>
    <dgm:pt modelId="{B845965F-3C8E-464E-80EC-B97FAAE809EB}" type="pres">
      <dgm:prSet presAssocID="{C7680BDE-9AAF-D649-9992-300B78EB42D9}" presName="text2" presStyleLbl="fgAcc2" presStyleIdx="0" presStyleCnt="5">
        <dgm:presLayoutVars>
          <dgm:chPref val="3"/>
        </dgm:presLayoutVars>
      </dgm:prSet>
      <dgm:spPr/>
    </dgm:pt>
    <dgm:pt modelId="{82873308-655A-4F8F-8B27-3C08FD4245DA}" type="pres">
      <dgm:prSet presAssocID="{C7680BDE-9AAF-D649-9992-300B78EB42D9}" presName="hierChild3" presStyleCnt="0"/>
      <dgm:spPr/>
    </dgm:pt>
    <dgm:pt modelId="{12899423-47D0-4D59-99AC-10D33F1AEA69}" type="pres">
      <dgm:prSet presAssocID="{8D36013F-60B1-4A23-9E39-0534AA861F0E}" presName="Name17" presStyleLbl="parChTrans1D3" presStyleIdx="0" presStyleCnt="4"/>
      <dgm:spPr/>
    </dgm:pt>
    <dgm:pt modelId="{3F5189A0-856A-4923-9634-C936F2861EFA}" type="pres">
      <dgm:prSet presAssocID="{E11445C6-5967-4989-B3EF-9FC0BCE91AC3}" presName="hierRoot3" presStyleCnt="0"/>
      <dgm:spPr/>
    </dgm:pt>
    <dgm:pt modelId="{CFB15662-A223-49E3-8E45-ED2091E26E2A}" type="pres">
      <dgm:prSet presAssocID="{E11445C6-5967-4989-B3EF-9FC0BCE91AC3}" presName="composite3" presStyleCnt="0"/>
      <dgm:spPr/>
    </dgm:pt>
    <dgm:pt modelId="{144D3DE5-1852-4076-8049-7E9036DE9B8F}" type="pres">
      <dgm:prSet presAssocID="{E11445C6-5967-4989-B3EF-9FC0BCE91AC3}" presName="background3" presStyleLbl="node3" presStyleIdx="0" presStyleCnt="4"/>
      <dgm:spPr/>
    </dgm:pt>
    <dgm:pt modelId="{909736C8-F53B-43E4-A389-DF183F16F9C0}" type="pres">
      <dgm:prSet presAssocID="{E11445C6-5967-4989-B3EF-9FC0BCE91AC3}" presName="text3" presStyleLbl="fgAcc3" presStyleIdx="0" presStyleCnt="4">
        <dgm:presLayoutVars>
          <dgm:chPref val="3"/>
        </dgm:presLayoutVars>
      </dgm:prSet>
      <dgm:spPr/>
    </dgm:pt>
    <dgm:pt modelId="{D2E4401D-5643-4DE0-BCB4-8D0C04C145D9}" type="pres">
      <dgm:prSet presAssocID="{E11445C6-5967-4989-B3EF-9FC0BCE91AC3}" presName="hierChild4" presStyleCnt="0"/>
      <dgm:spPr/>
    </dgm:pt>
    <dgm:pt modelId="{2C33DCCE-644A-4E91-9F38-D4C81BF5459F}" type="pres">
      <dgm:prSet presAssocID="{C789EA29-D22C-40A1-9CEA-E19017C253C2}" presName="Name10" presStyleLbl="parChTrans1D2" presStyleIdx="1" presStyleCnt="5"/>
      <dgm:spPr/>
    </dgm:pt>
    <dgm:pt modelId="{D7F35402-D4D7-47D9-9CD1-162746477837}" type="pres">
      <dgm:prSet presAssocID="{F60376FE-A6B1-4317-A29F-2603B4E8AE99}" presName="hierRoot2" presStyleCnt="0"/>
      <dgm:spPr/>
    </dgm:pt>
    <dgm:pt modelId="{0677D2B7-FD10-4418-A28A-089A2DC2C715}" type="pres">
      <dgm:prSet presAssocID="{F60376FE-A6B1-4317-A29F-2603B4E8AE99}" presName="composite2" presStyleCnt="0"/>
      <dgm:spPr/>
    </dgm:pt>
    <dgm:pt modelId="{47CAF465-CCD9-469D-9887-16C40A30F276}" type="pres">
      <dgm:prSet presAssocID="{F60376FE-A6B1-4317-A29F-2603B4E8AE99}" presName="background2" presStyleLbl="node2" presStyleIdx="1" presStyleCnt="5"/>
      <dgm:spPr/>
    </dgm:pt>
    <dgm:pt modelId="{DF639F20-4352-4FE7-A525-F870A3DA43C5}" type="pres">
      <dgm:prSet presAssocID="{F60376FE-A6B1-4317-A29F-2603B4E8AE99}" presName="text2" presStyleLbl="fgAcc2" presStyleIdx="1" presStyleCnt="5">
        <dgm:presLayoutVars>
          <dgm:chPref val="3"/>
        </dgm:presLayoutVars>
      </dgm:prSet>
      <dgm:spPr/>
    </dgm:pt>
    <dgm:pt modelId="{A06DCE95-D7EF-461C-ADEC-F4C4AD291558}" type="pres">
      <dgm:prSet presAssocID="{F60376FE-A6B1-4317-A29F-2603B4E8AE99}" presName="hierChild3" presStyleCnt="0"/>
      <dgm:spPr/>
    </dgm:pt>
    <dgm:pt modelId="{29A499D6-3BB1-4C03-9DB4-C6B41DEA0DD1}" type="pres">
      <dgm:prSet presAssocID="{B5CD3A2B-FDD6-4235-827C-D2C00B55BD9C}" presName="Name17" presStyleLbl="parChTrans1D3" presStyleIdx="1" presStyleCnt="4"/>
      <dgm:spPr/>
    </dgm:pt>
    <dgm:pt modelId="{9C688AC1-52FB-4E11-999E-7C91C51DC89B}" type="pres">
      <dgm:prSet presAssocID="{96879527-538E-447B-AA89-BD177E9A7AC6}" presName="hierRoot3" presStyleCnt="0"/>
      <dgm:spPr/>
    </dgm:pt>
    <dgm:pt modelId="{ABB9E027-2711-47DF-93FE-6BBF15373B66}" type="pres">
      <dgm:prSet presAssocID="{96879527-538E-447B-AA89-BD177E9A7AC6}" presName="composite3" presStyleCnt="0"/>
      <dgm:spPr/>
    </dgm:pt>
    <dgm:pt modelId="{E39540ED-0ED4-49C6-A55A-895FECC8DC99}" type="pres">
      <dgm:prSet presAssocID="{96879527-538E-447B-AA89-BD177E9A7AC6}" presName="background3" presStyleLbl="node3" presStyleIdx="1" presStyleCnt="4"/>
      <dgm:spPr/>
    </dgm:pt>
    <dgm:pt modelId="{94E0231B-6C83-45DA-ADA5-BF1C0016F0CE}" type="pres">
      <dgm:prSet presAssocID="{96879527-538E-447B-AA89-BD177E9A7AC6}" presName="text3" presStyleLbl="fgAcc3" presStyleIdx="1" presStyleCnt="4">
        <dgm:presLayoutVars>
          <dgm:chPref val="3"/>
        </dgm:presLayoutVars>
      </dgm:prSet>
      <dgm:spPr/>
    </dgm:pt>
    <dgm:pt modelId="{FB9D3C53-7085-4F0C-BD75-4D41DD759384}" type="pres">
      <dgm:prSet presAssocID="{96879527-538E-447B-AA89-BD177E9A7AC6}" presName="hierChild4" presStyleCnt="0"/>
      <dgm:spPr/>
    </dgm:pt>
    <dgm:pt modelId="{86B9D31C-5F44-4C45-935C-4DE8F46337AD}" type="pres">
      <dgm:prSet presAssocID="{8C9E3F25-7532-4083-BE7F-53A8AC0B8FD1}" presName="Name10" presStyleLbl="parChTrans1D2" presStyleIdx="2" presStyleCnt="5"/>
      <dgm:spPr/>
    </dgm:pt>
    <dgm:pt modelId="{B697CFC2-34E7-461E-A1B9-7D737BFB0A02}" type="pres">
      <dgm:prSet presAssocID="{333F9EF0-64F8-4AD0-A182-DE7CB8B1B54D}" presName="hierRoot2" presStyleCnt="0"/>
      <dgm:spPr/>
    </dgm:pt>
    <dgm:pt modelId="{6FFD984A-29B9-41B2-A1F7-06CAAA1FC4E2}" type="pres">
      <dgm:prSet presAssocID="{333F9EF0-64F8-4AD0-A182-DE7CB8B1B54D}" presName="composite2" presStyleCnt="0"/>
      <dgm:spPr/>
    </dgm:pt>
    <dgm:pt modelId="{D301FAE7-5761-4379-BF90-24D90295DFEF}" type="pres">
      <dgm:prSet presAssocID="{333F9EF0-64F8-4AD0-A182-DE7CB8B1B54D}" presName="background2" presStyleLbl="node2" presStyleIdx="2" presStyleCnt="5"/>
      <dgm:spPr/>
    </dgm:pt>
    <dgm:pt modelId="{D2729112-44C4-4EEB-A2CE-309D219C4ECD}" type="pres">
      <dgm:prSet presAssocID="{333F9EF0-64F8-4AD0-A182-DE7CB8B1B54D}" presName="text2" presStyleLbl="fgAcc2" presStyleIdx="2" presStyleCnt="5">
        <dgm:presLayoutVars>
          <dgm:chPref val="3"/>
        </dgm:presLayoutVars>
      </dgm:prSet>
      <dgm:spPr/>
    </dgm:pt>
    <dgm:pt modelId="{57CA0676-4BBC-4390-A7B5-FE4B22AEBD68}" type="pres">
      <dgm:prSet presAssocID="{333F9EF0-64F8-4AD0-A182-DE7CB8B1B54D}" presName="hierChild3" presStyleCnt="0"/>
      <dgm:spPr/>
    </dgm:pt>
    <dgm:pt modelId="{4A219372-7A4C-4628-82B1-763B4FDFFD7A}" type="pres">
      <dgm:prSet presAssocID="{36C457DE-0CA7-6744-ADE3-BC117A92B1F9}" presName="hierRoot1" presStyleCnt="0"/>
      <dgm:spPr/>
    </dgm:pt>
    <dgm:pt modelId="{528BAF88-B1B4-411F-9C4C-69B8129EFE1B}" type="pres">
      <dgm:prSet presAssocID="{36C457DE-0CA7-6744-ADE3-BC117A92B1F9}" presName="composite" presStyleCnt="0"/>
      <dgm:spPr/>
    </dgm:pt>
    <dgm:pt modelId="{7A039ED6-20AC-45D6-B2C1-A90A3E05EF94}" type="pres">
      <dgm:prSet presAssocID="{36C457DE-0CA7-6744-ADE3-BC117A92B1F9}" presName="background" presStyleLbl="node0" presStyleIdx="1" presStyleCnt="2"/>
      <dgm:spPr/>
    </dgm:pt>
    <dgm:pt modelId="{53266E2F-B3A3-465A-8277-A0AD80307A02}" type="pres">
      <dgm:prSet presAssocID="{36C457DE-0CA7-6744-ADE3-BC117A92B1F9}" presName="text" presStyleLbl="fgAcc0" presStyleIdx="1" presStyleCnt="2">
        <dgm:presLayoutVars>
          <dgm:chPref val="3"/>
        </dgm:presLayoutVars>
      </dgm:prSet>
      <dgm:spPr/>
    </dgm:pt>
    <dgm:pt modelId="{46DB89F6-D03F-4750-BA5F-4B52E2022357}" type="pres">
      <dgm:prSet presAssocID="{36C457DE-0CA7-6744-ADE3-BC117A92B1F9}" presName="hierChild2" presStyleCnt="0"/>
      <dgm:spPr/>
    </dgm:pt>
    <dgm:pt modelId="{E6A8454F-2F5D-4CA1-967D-4AC64874761D}" type="pres">
      <dgm:prSet presAssocID="{D5F253F6-360E-4DDC-AEE2-97DA79E2E38E}" presName="Name10" presStyleLbl="parChTrans1D2" presStyleIdx="3" presStyleCnt="5"/>
      <dgm:spPr/>
    </dgm:pt>
    <dgm:pt modelId="{4726672A-0402-4295-99C4-55A6A96DE75A}" type="pres">
      <dgm:prSet presAssocID="{ED7B9D2B-18A0-4B38-B77A-74DB3CD8D017}" presName="hierRoot2" presStyleCnt="0"/>
      <dgm:spPr/>
    </dgm:pt>
    <dgm:pt modelId="{575860A6-F23B-4FA5-9A41-22197F0124B0}" type="pres">
      <dgm:prSet presAssocID="{ED7B9D2B-18A0-4B38-B77A-74DB3CD8D017}" presName="composite2" presStyleCnt="0"/>
      <dgm:spPr/>
    </dgm:pt>
    <dgm:pt modelId="{CFA77F1D-8B32-4BF2-A765-673471A54781}" type="pres">
      <dgm:prSet presAssocID="{ED7B9D2B-18A0-4B38-B77A-74DB3CD8D017}" presName="background2" presStyleLbl="node2" presStyleIdx="3" presStyleCnt="5"/>
      <dgm:spPr/>
    </dgm:pt>
    <dgm:pt modelId="{0B29F4F5-06A7-4C5B-9C4F-8C065F2FE3A2}" type="pres">
      <dgm:prSet presAssocID="{ED7B9D2B-18A0-4B38-B77A-74DB3CD8D017}" presName="text2" presStyleLbl="fgAcc2" presStyleIdx="3" presStyleCnt="5">
        <dgm:presLayoutVars>
          <dgm:chPref val="3"/>
        </dgm:presLayoutVars>
      </dgm:prSet>
      <dgm:spPr/>
    </dgm:pt>
    <dgm:pt modelId="{5E06E264-AF91-4236-B060-92DEB4FF3247}" type="pres">
      <dgm:prSet presAssocID="{ED7B9D2B-18A0-4B38-B77A-74DB3CD8D017}" presName="hierChild3" presStyleCnt="0"/>
      <dgm:spPr/>
    </dgm:pt>
    <dgm:pt modelId="{93B9FBA3-3020-4C5F-8E81-229244DDFFD4}" type="pres">
      <dgm:prSet presAssocID="{87B92E06-13B5-4A55-BC34-2F4FF612791F}" presName="Name10" presStyleLbl="parChTrans1D2" presStyleIdx="4" presStyleCnt="5"/>
      <dgm:spPr/>
    </dgm:pt>
    <dgm:pt modelId="{3B8C2E20-5C4A-4BE1-8B60-2E2139DD8DB9}" type="pres">
      <dgm:prSet presAssocID="{9D6B7837-9F2F-4F98-BA06-029AF431366F}" presName="hierRoot2" presStyleCnt="0"/>
      <dgm:spPr/>
    </dgm:pt>
    <dgm:pt modelId="{1500404A-8F9F-480F-9198-6E6DD4DAAEF6}" type="pres">
      <dgm:prSet presAssocID="{9D6B7837-9F2F-4F98-BA06-029AF431366F}" presName="composite2" presStyleCnt="0"/>
      <dgm:spPr/>
    </dgm:pt>
    <dgm:pt modelId="{C2EF5708-DCD7-4351-8449-8AE192B0C931}" type="pres">
      <dgm:prSet presAssocID="{9D6B7837-9F2F-4F98-BA06-029AF431366F}" presName="background2" presStyleLbl="node2" presStyleIdx="4" presStyleCnt="5"/>
      <dgm:spPr/>
    </dgm:pt>
    <dgm:pt modelId="{680D7409-18CB-404E-9705-9182AD6B18DB}" type="pres">
      <dgm:prSet presAssocID="{9D6B7837-9F2F-4F98-BA06-029AF431366F}" presName="text2" presStyleLbl="fgAcc2" presStyleIdx="4" presStyleCnt="5">
        <dgm:presLayoutVars>
          <dgm:chPref val="3"/>
        </dgm:presLayoutVars>
      </dgm:prSet>
      <dgm:spPr/>
    </dgm:pt>
    <dgm:pt modelId="{0D1BB26F-92E5-4608-9936-431CFB830F06}" type="pres">
      <dgm:prSet presAssocID="{9D6B7837-9F2F-4F98-BA06-029AF431366F}" presName="hierChild3" presStyleCnt="0"/>
      <dgm:spPr/>
    </dgm:pt>
    <dgm:pt modelId="{25C0702B-058B-4091-A011-FEC8029E7517}" type="pres">
      <dgm:prSet presAssocID="{2D9BB806-7377-4F45-9923-07A80CF840D3}" presName="Name17" presStyleLbl="parChTrans1D3" presStyleIdx="2" presStyleCnt="4"/>
      <dgm:spPr/>
    </dgm:pt>
    <dgm:pt modelId="{9D9EFB15-AB63-48B5-BD9A-1C324EF3AD10}" type="pres">
      <dgm:prSet presAssocID="{2DF5F68B-A2F0-4471-B421-3D73FB458693}" presName="hierRoot3" presStyleCnt="0"/>
      <dgm:spPr/>
    </dgm:pt>
    <dgm:pt modelId="{0FE87817-8AF4-4B66-8D53-E8096691E31C}" type="pres">
      <dgm:prSet presAssocID="{2DF5F68B-A2F0-4471-B421-3D73FB458693}" presName="composite3" presStyleCnt="0"/>
      <dgm:spPr/>
    </dgm:pt>
    <dgm:pt modelId="{54355CFE-13D6-4A0D-BC42-F9DCD3FFEACA}" type="pres">
      <dgm:prSet presAssocID="{2DF5F68B-A2F0-4471-B421-3D73FB458693}" presName="background3" presStyleLbl="node3" presStyleIdx="2" presStyleCnt="4"/>
      <dgm:spPr/>
    </dgm:pt>
    <dgm:pt modelId="{17B7739C-238F-4096-9A13-8EFF6C80477A}" type="pres">
      <dgm:prSet presAssocID="{2DF5F68B-A2F0-4471-B421-3D73FB458693}" presName="text3" presStyleLbl="fgAcc3" presStyleIdx="2" presStyleCnt="4">
        <dgm:presLayoutVars>
          <dgm:chPref val="3"/>
        </dgm:presLayoutVars>
      </dgm:prSet>
      <dgm:spPr/>
    </dgm:pt>
    <dgm:pt modelId="{9413A789-D53F-4647-85D3-B10FA18DD346}" type="pres">
      <dgm:prSet presAssocID="{2DF5F68B-A2F0-4471-B421-3D73FB458693}" presName="hierChild4" presStyleCnt="0"/>
      <dgm:spPr/>
    </dgm:pt>
    <dgm:pt modelId="{CF984C4A-F413-406E-9885-286DA8D7246F}" type="pres">
      <dgm:prSet presAssocID="{5A2331DE-1267-4F91-9E9F-357D9C172957}" presName="Name17" presStyleLbl="parChTrans1D3" presStyleIdx="3" presStyleCnt="4"/>
      <dgm:spPr/>
    </dgm:pt>
    <dgm:pt modelId="{B963ED61-CEFC-4E0D-8AF6-965F792E0786}" type="pres">
      <dgm:prSet presAssocID="{0DE229B4-2862-4E59-B36E-3914F2FAA327}" presName="hierRoot3" presStyleCnt="0"/>
      <dgm:spPr/>
    </dgm:pt>
    <dgm:pt modelId="{93DB4145-88AE-4BC4-BE11-DD8548A2B49A}" type="pres">
      <dgm:prSet presAssocID="{0DE229B4-2862-4E59-B36E-3914F2FAA327}" presName="composite3" presStyleCnt="0"/>
      <dgm:spPr/>
    </dgm:pt>
    <dgm:pt modelId="{285EB564-A95B-4DF6-9B02-CDDF82FA986E}" type="pres">
      <dgm:prSet presAssocID="{0DE229B4-2862-4E59-B36E-3914F2FAA327}" presName="background3" presStyleLbl="node3" presStyleIdx="3" presStyleCnt="4"/>
      <dgm:spPr/>
    </dgm:pt>
    <dgm:pt modelId="{8503CCDC-2B8C-416B-9DF8-A168089E68BA}" type="pres">
      <dgm:prSet presAssocID="{0DE229B4-2862-4E59-B36E-3914F2FAA327}" presName="text3" presStyleLbl="fgAcc3" presStyleIdx="3" presStyleCnt="4">
        <dgm:presLayoutVars>
          <dgm:chPref val="3"/>
        </dgm:presLayoutVars>
      </dgm:prSet>
      <dgm:spPr/>
    </dgm:pt>
    <dgm:pt modelId="{B55DB89F-54CC-4272-A638-B7C91C5651A9}" type="pres">
      <dgm:prSet presAssocID="{0DE229B4-2862-4E59-B36E-3914F2FAA327}" presName="hierChild4" presStyleCnt="0"/>
      <dgm:spPr/>
    </dgm:pt>
  </dgm:ptLst>
  <dgm:cxnLst>
    <dgm:cxn modelId="{A2451805-D061-4F90-9CB0-BB2F9193424A}" srcId="{9D6B7837-9F2F-4F98-BA06-029AF431366F}" destId="{0DE229B4-2862-4E59-B36E-3914F2FAA327}" srcOrd="1" destOrd="0" parTransId="{5A2331DE-1267-4F91-9E9F-357D9C172957}" sibTransId="{1C42836A-AD94-4093-9D01-1982939AE3F4}"/>
    <dgm:cxn modelId="{ED1FDE16-761C-3443-A1B5-C758226612BA}" srcId="{6254A0BA-5B66-6447-A1F1-289ABE988BC9}" destId="{C7680BDE-9AAF-D649-9992-300B78EB42D9}" srcOrd="0" destOrd="0" parTransId="{C1C026F7-A88A-2442-8FC1-46A726E9BC34}" sibTransId="{C07C8EBB-8C7F-D642-99F8-ADA05DE5B913}"/>
    <dgm:cxn modelId="{792BD51E-EFA8-4C0D-8CC6-9154AE92B0DF}" type="presOf" srcId="{ED7B9D2B-18A0-4B38-B77A-74DB3CD8D017}" destId="{0B29F4F5-06A7-4C5B-9C4F-8C065F2FE3A2}" srcOrd="0" destOrd="0" presId="urn:microsoft.com/office/officeart/2005/8/layout/hierarchy1"/>
    <dgm:cxn modelId="{3BB51C5D-7892-6946-932B-11E07DC32CDC}" srcId="{BF339365-B9DC-4241-ABF1-B954E1C08A54}" destId="{36C457DE-0CA7-6744-ADE3-BC117A92B1F9}" srcOrd="1" destOrd="0" parTransId="{CCC6135E-321C-3A45-BFD4-FE83286571FC}" sibTransId="{FB23F872-AB99-DF44-8715-6DC693DB38BA}"/>
    <dgm:cxn modelId="{4F8E0A42-A611-C840-824A-5DE71BBB6BB8}" srcId="{6254A0BA-5B66-6447-A1F1-289ABE988BC9}" destId="{333F9EF0-64F8-4AD0-A182-DE7CB8B1B54D}" srcOrd="2" destOrd="0" parTransId="{8C9E3F25-7532-4083-BE7F-53A8AC0B8FD1}" sibTransId="{EF32D978-0524-4ED4-B029-05423FE88077}"/>
    <dgm:cxn modelId="{DD611062-871D-4B48-BD68-AE4360E0BBFE}" type="presOf" srcId="{87B92E06-13B5-4A55-BC34-2F4FF612791F}" destId="{93B9FBA3-3020-4C5F-8E81-229244DDFFD4}" srcOrd="0" destOrd="0" presId="urn:microsoft.com/office/officeart/2005/8/layout/hierarchy1"/>
    <dgm:cxn modelId="{CDDFA745-D98C-42A6-99BD-DD596040B313}" srcId="{C7680BDE-9AAF-D649-9992-300B78EB42D9}" destId="{E11445C6-5967-4989-B3EF-9FC0BCE91AC3}" srcOrd="0" destOrd="0" parTransId="{8D36013F-60B1-4A23-9E39-0534AA861F0E}" sibTransId="{8C9037EB-4FB0-4A6D-A736-5FD0CA8E8351}"/>
    <dgm:cxn modelId="{31FA466D-1E71-4B8D-A685-2C118D94D769}" srcId="{F60376FE-A6B1-4317-A29F-2603B4E8AE99}" destId="{96879527-538E-447B-AA89-BD177E9A7AC6}" srcOrd="0" destOrd="0" parTransId="{B5CD3A2B-FDD6-4235-827C-D2C00B55BD9C}" sibTransId="{86E1A752-0A1A-4553-98B7-72732ACA669A}"/>
    <dgm:cxn modelId="{DD9C1D70-254A-4513-86A0-16F4529D8324}" srcId="{6254A0BA-5B66-6447-A1F1-289ABE988BC9}" destId="{F60376FE-A6B1-4317-A29F-2603B4E8AE99}" srcOrd="1" destOrd="0" parTransId="{C789EA29-D22C-40A1-9CEA-E19017C253C2}" sibTransId="{B4A3F9D0-FEDC-4523-BF6D-5B5104ABCC82}"/>
    <dgm:cxn modelId="{509D4152-F62A-4D29-9539-08AC02FBB440}" type="presOf" srcId="{36C457DE-0CA7-6744-ADE3-BC117A92B1F9}" destId="{53266E2F-B3A3-465A-8277-A0AD80307A02}" srcOrd="0" destOrd="0" presId="urn:microsoft.com/office/officeart/2005/8/layout/hierarchy1"/>
    <dgm:cxn modelId="{11FAFE74-9A52-4207-916D-F60A22AEFD6E}" type="presOf" srcId="{8C9E3F25-7532-4083-BE7F-53A8AC0B8FD1}" destId="{86B9D31C-5F44-4C45-935C-4DE8F46337AD}" srcOrd="0" destOrd="0" presId="urn:microsoft.com/office/officeart/2005/8/layout/hierarchy1"/>
    <dgm:cxn modelId="{FF2DC857-60BF-46A2-AF28-283F87125D53}" type="presOf" srcId="{6254A0BA-5B66-6447-A1F1-289ABE988BC9}" destId="{9C447614-D3E0-4D95-80B6-7589DFFBA116}" srcOrd="0" destOrd="0" presId="urn:microsoft.com/office/officeart/2005/8/layout/hierarchy1"/>
    <dgm:cxn modelId="{8B1D3078-284B-48B1-90A5-7C9542B15415}" type="presOf" srcId="{D5F253F6-360E-4DDC-AEE2-97DA79E2E38E}" destId="{E6A8454F-2F5D-4CA1-967D-4AC64874761D}" srcOrd="0" destOrd="0" presId="urn:microsoft.com/office/officeart/2005/8/layout/hierarchy1"/>
    <dgm:cxn modelId="{73069B85-B663-E54F-8A1E-A48F4E988622}" srcId="{36C457DE-0CA7-6744-ADE3-BC117A92B1F9}" destId="{ED7B9D2B-18A0-4B38-B77A-74DB3CD8D017}" srcOrd="0" destOrd="0" parTransId="{D5F253F6-360E-4DDC-AEE2-97DA79E2E38E}" sibTransId="{B792413E-E70E-4273-BFD1-771658E6AE83}"/>
    <dgm:cxn modelId="{86C4F987-954D-473F-A695-C9E66820374D}" type="presOf" srcId="{0DE229B4-2862-4E59-B36E-3914F2FAA327}" destId="{8503CCDC-2B8C-416B-9DF8-A168089E68BA}" srcOrd="0" destOrd="0" presId="urn:microsoft.com/office/officeart/2005/8/layout/hierarchy1"/>
    <dgm:cxn modelId="{9B9A3189-8F92-4D63-B488-E7BD57614B6D}" type="presOf" srcId="{C7680BDE-9AAF-D649-9992-300B78EB42D9}" destId="{B845965F-3C8E-464E-80EC-B97FAAE809EB}" srcOrd="0" destOrd="0" presId="urn:microsoft.com/office/officeart/2005/8/layout/hierarchy1"/>
    <dgm:cxn modelId="{CE07E497-00E3-4342-BBF2-2CC9A1DAF776}" type="presOf" srcId="{B5CD3A2B-FDD6-4235-827C-D2C00B55BD9C}" destId="{29A499D6-3BB1-4C03-9DB4-C6B41DEA0DD1}" srcOrd="0" destOrd="0" presId="urn:microsoft.com/office/officeart/2005/8/layout/hierarchy1"/>
    <dgm:cxn modelId="{D151EB9A-9EEB-4CCE-9D26-1962DC12CFF3}" type="presOf" srcId="{8D36013F-60B1-4A23-9E39-0534AA861F0E}" destId="{12899423-47D0-4D59-99AC-10D33F1AEA69}" srcOrd="0" destOrd="0" presId="urn:microsoft.com/office/officeart/2005/8/layout/hierarchy1"/>
    <dgm:cxn modelId="{562FB1A1-F6A2-4279-BD72-E3A800B52403}" type="presOf" srcId="{96879527-538E-447B-AA89-BD177E9A7AC6}" destId="{94E0231B-6C83-45DA-ADA5-BF1C0016F0CE}" srcOrd="0" destOrd="0" presId="urn:microsoft.com/office/officeart/2005/8/layout/hierarchy1"/>
    <dgm:cxn modelId="{704601A2-F7E7-478D-8ECD-C0B7E532B33C}" type="presOf" srcId="{F60376FE-A6B1-4317-A29F-2603B4E8AE99}" destId="{DF639F20-4352-4FE7-A525-F870A3DA43C5}" srcOrd="0" destOrd="0" presId="urn:microsoft.com/office/officeart/2005/8/layout/hierarchy1"/>
    <dgm:cxn modelId="{F28030B1-D689-4FF9-AAF3-C85FD5D1384C}" type="presOf" srcId="{2DF5F68B-A2F0-4471-B421-3D73FB458693}" destId="{17B7739C-238F-4096-9A13-8EFF6C80477A}" srcOrd="0" destOrd="0" presId="urn:microsoft.com/office/officeart/2005/8/layout/hierarchy1"/>
    <dgm:cxn modelId="{6F82BDBB-68C6-49F7-A809-04FD2DC0A31E}" srcId="{9D6B7837-9F2F-4F98-BA06-029AF431366F}" destId="{2DF5F68B-A2F0-4471-B421-3D73FB458693}" srcOrd="0" destOrd="0" parTransId="{2D9BB806-7377-4F45-9923-07A80CF840D3}" sibTransId="{427D0133-9BD4-47E8-B006-4D7B0AB09F79}"/>
    <dgm:cxn modelId="{7F657AC0-2128-40FD-A2E4-574DA354F72B}" type="presOf" srcId="{2D9BB806-7377-4F45-9923-07A80CF840D3}" destId="{25C0702B-058B-4091-A011-FEC8029E7517}" srcOrd="0" destOrd="0" presId="urn:microsoft.com/office/officeart/2005/8/layout/hierarchy1"/>
    <dgm:cxn modelId="{B35AE6CA-CBE6-4AE8-9973-2BF06C81B011}" type="presOf" srcId="{C1C026F7-A88A-2442-8FC1-46A726E9BC34}" destId="{5B5F4F59-1237-48CB-B655-CBFA4A42C30E}" srcOrd="0" destOrd="0" presId="urn:microsoft.com/office/officeart/2005/8/layout/hierarchy1"/>
    <dgm:cxn modelId="{FBFBF3CE-4AEB-4024-8AB8-13DA4E010B4C}" type="presOf" srcId="{5A2331DE-1267-4F91-9E9F-357D9C172957}" destId="{CF984C4A-F413-406E-9885-286DA8D7246F}" srcOrd="0" destOrd="0" presId="urn:microsoft.com/office/officeart/2005/8/layout/hierarchy1"/>
    <dgm:cxn modelId="{C6F805CF-7C70-424F-9C1F-6304E7C9DDCE}" type="presOf" srcId="{BF339365-B9DC-4241-ABF1-B954E1C08A54}" destId="{E99F2599-A258-7440-9056-CA4896EC8D45}" srcOrd="0" destOrd="0" presId="urn:microsoft.com/office/officeart/2005/8/layout/hierarchy1"/>
    <dgm:cxn modelId="{B3B5EFD1-E34E-442C-AF94-59A9294246B2}" type="presOf" srcId="{9D6B7837-9F2F-4F98-BA06-029AF431366F}" destId="{680D7409-18CB-404E-9705-9182AD6B18DB}" srcOrd="0" destOrd="0" presId="urn:microsoft.com/office/officeart/2005/8/layout/hierarchy1"/>
    <dgm:cxn modelId="{2A81F9DE-307A-CA4A-BD66-7BD8677239C8}" srcId="{BF339365-B9DC-4241-ABF1-B954E1C08A54}" destId="{6254A0BA-5B66-6447-A1F1-289ABE988BC9}" srcOrd="0" destOrd="0" parTransId="{850D6D65-C0DD-2649-B08F-72B9E0251EF0}" sibTransId="{9D70DB0D-8D84-AE41-A5C8-C11B9AF946CE}"/>
    <dgm:cxn modelId="{31D8C4DF-0C8D-4B58-95DD-18C9EDAC99C8}" srcId="{36C457DE-0CA7-6744-ADE3-BC117A92B1F9}" destId="{9D6B7837-9F2F-4F98-BA06-029AF431366F}" srcOrd="1" destOrd="0" parTransId="{87B92E06-13B5-4A55-BC34-2F4FF612791F}" sibTransId="{8F9A13C8-C8FE-4CE4-84FF-0C4C9495EC9F}"/>
    <dgm:cxn modelId="{B4806AE0-1923-49B7-B8B2-4EBB6F20BC3E}" type="presOf" srcId="{E11445C6-5967-4989-B3EF-9FC0BCE91AC3}" destId="{909736C8-F53B-43E4-A389-DF183F16F9C0}" srcOrd="0" destOrd="0" presId="urn:microsoft.com/office/officeart/2005/8/layout/hierarchy1"/>
    <dgm:cxn modelId="{4A9EB4E3-04A2-4B35-930A-68C7A6967A12}" type="presOf" srcId="{C789EA29-D22C-40A1-9CEA-E19017C253C2}" destId="{2C33DCCE-644A-4E91-9F38-D4C81BF5459F}" srcOrd="0" destOrd="0" presId="urn:microsoft.com/office/officeart/2005/8/layout/hierarchy1"/>
    <dgm:cxn modelId="{28CC79F2-96A9-4304-99E5-5EF115E21A2A}" type="presOf" srcId="{333F9EF0-64F8-4AD0-A182-DE7CB8B1B54D}" destId="{D2729112-44C4-4EEB-A2CE-309D219C4ECD}" srcOrd="0" destOrd="0" presId="urn:microsoft.com/office/officeart/2005/8/layout/hierarchy1"/>
    <dgm:cxn modelId="{CEF0B70C-55A1-40BF-A6C7-134BC68EDEE0}" type="presParOf" srcId="{E99F2599-A258-7440-9056-CA4896EC8D45}" destId="{BC7314CD-0186-4D50-9245-9D6C9000C6FE}" srcOrd="0" destOrd="0" presId="urn:microsoft.com/office/officeart/2005/8/layout/hierarchy1"/>
    <dgm:cxn modelId="{7259EDBE-8B04-41E1-BDAB-D43271106EB8}" type="presParOf" srcId="{BC7314CD-0186-4D50-9245-9D6C9000C6FE}" destId="{C9D18224-69BC-47DE-A829-C01A2677A35D}" srcOrd="0" destOrd="0" presId="urn:microsoft.com/office/officeart/2005/8/layout/hierarchy1"/>
    <dgm:cxn modelId="{C599A2DF-DE80-4111-A552-8DA5B606C4CE}" type="presParOf" srcId="{C9D18224-69BC-47DE-A829-C01A2677A35D}" destId="{49F7BA7A-A14D-428E-A9A5-DDD7BDFDC2B3}" srcOrd="0" destOrd="0" presId="urn:microsoft.com/office/officeart/2005/8/layout/hierarchy1"/>
    <dgm:cxn modelId="{6B9A18F4-4A36-489D-8C52-F97D696BA4D3}" type="presParOf" srcId="{C9D18224-69BC-47DE-A829-C01A2677A35D}" destId="{9C447614-D3E0-4D95-80B6-7589DFFBA116}" srcOrd="1" destOrd="0" presId="urn:microsoft.com/office/officeart/2005/8/layout/hierarchy1"/>
    <dgm:cxn modelId="{594ABDE2-30C4-48C4-B8B6-995E4CAC9063}" type="presParOf" srcId="{BC7314CD-0186-4D50-9245-9D6C9000C6FE}" destId="{BFCBFA0F-FAC4-47B8-954F-1D2BB552F3A8}" srcOrd="1" destOrd="0" presId="urn:microsoft.com/office/officeart/2005/8/layout/hierarchy1"/>
    <dgm:cxn modelId="{334BE784-9E27-4CF1-A47A-F9E7165083B9}" type="presParOf" srcId="{BFCBFA0F-FAC4-47B8-954F-1D2BB552F3A8}" destId="{5B5F4F59-1237-48CB-B655-CBFA4A42C30E}" srcOrd="0" destOrd="0" presId="urn:microsoft.com/office/officeart/2005/8/layout/hierarchy1"/>
    <dgm:cxn modelId="{8D9C5CA5-6300-4A3B-827E-3896DB4B638A}" type="presParOf" srcId="{BFCBFA0F-FAC4-47B8-954F-1D2BB552F3A8}" destId="{7FC8EAD4-6124-4728-B0A3-7F3BA58E07C8}" srcOrd="1" destOrd="0" presId="urn:microsoft.com/office/officeart/2005/8/layout/hierarchy1"/>
    <dgm:cxn modelId="{C6F359F1-F2E2-466C-9892-8FCC073BE4FE}" type="presParOf" srcId="{7FC8EAD4-6124-4728-B0A3-7F3BA58E07C8}" destId="{54018F38-2EBC-426B-8040-3CFBA559FC81}" srcOrd="0" destOrd="0" presId="urn:microsoft.com/office/officeart/2005/8/layout/hierarchy1"/>
    <dgm:cxn modelId="{95053270-8504-4F37-A91E-F22139BC95CA}" type="presParOf" srcId="{54018F38-2EBC-426B-8040-3CFBA559FC81}" destId="{CAA53E31-1511-46D8-B607-CBF82B881E16}" srcOrd="0" destOrd="0" presId="urn:microsoft.com/office/officeart/2005/8/layout/hierarchy1"/>
    <dgm:cxn modelId="{D3266229-06C0-4590-BACF-8D8111F95505}" type="presParOf" srcId="{54018F38-2EBC-426B-8040-3CFBA559FC81}" destId="{B845965F-3C8E-464E-80EC-B97FAAE809EB}" srcOrd="1" destOrd="0" presId="urn:microsoft.com/office/officeart/2005/8/layout/hierarchy1"/>
    <dgm:cxn modelId="{140F42D9-24DD-46D3-9BAD-B01063009DA8}" type="presParOf" srcId="{7FC8EAD4-6124-4728-B0A3-7F3BA58E07C8}" destId="{82873308-655A-4F8F-8B27-3C08FD4245DA}" srcOrd="1" destOrd="0" presId="urn:microsoft.com/office/officeart/2005/8/layout/hierarchy1"/>
    <dgm:cxn modelId="{A15B52C4-2343-4576-B772-0268F2403894}" type="presParOf" srcId="{82873308-655A-4F8F-8B27-3C08FD4245DA}" destId="{12899423-47D0-4D59-99AC-10D33F1AEA69}" srcOrd="0" destOrd="0" presId="urn:microsoft.com/office/officeart/2005/8/layout/hierarchy1"/>
    <dgm:cxn modelId="{3D048F6C-6631-477B-A7E7-505E65046320}" type="presParOf" srcId="{82873308-655A-4F8F-8B27-3C08FD4245DA}" destId="{3F5189A0-856A-4923-9634-C936F2861EFA}" srcOrd="1" destOrd="0" presId="urn:microsoft.com/office/officeart/2005/8/layout/hierarchy1"/>
    <dgm:cxn modelId="{CF081201-395A-46E9-9F72-02A657AD6B8C}" type="presParOf" srcId="{3F5189A0-856A-4923-9634-C936F2861EFA}" destId="{CFB15662-A223-49E3-8E45-ED2091E26E2A}" srcOrd="0" destOrd="0" presId="urn:microsoft.com/office/officeart/2005/8/layout/hierarchy1"/>
    <dgm:cxn modelId="{0D6B1FE5-16CF-48F4-83C5-77E13F5B7D67}" type="presParOf" srcId="{CFB15662-A223-49E3-8E45-ED2091E26E2A}" destId="{144D3DE5-1852-4076-8049-7E9036DE9B8F}" srcOrd="0" destOrd="0" presId="urn:microsoft.com/office/officeart/2005/8/layout/hierarchy1"/>
    <dgm:cxn modelId="{F89BCBF4-1D75-4BB8-8299-D4FFEA49A1EA}" type="presParOf" srcId="{CFB15662-A223-49E3-8E45-ED2091E26E2A}" destId="{909736C8-F53B-43E4-A389-DF183F16F9C0}" srcOrd="1" destOrd="0" presId="urn:microsoft.com/office/officeart/2005/8/layout/hierarchy1"/>
    <dgm:cxn modelId="{B3E045FA-6609-436A-A653-0E2A56C4CBDC}" type="presParOf" srcId="{3F5189A0-856A-4923-9634-C936F2861EFA}" destId="{D2E4401D-5643-4DE0-BCB4-8D0C04C145D9}" srcOrd="1" destOrd="0" presId="urn:microsoft.com/office/officeart/2005/8/layout/hierarchy1"/>
    <dgm:cxn modelId="{E3D85D32-3542-4329-8C17-09C3FF0E7416}" type="presParOf" srcId="{BFCBFA0F-FAC4-47B8-954F-1D2BB552F3A8}" destId="{2C33DCCE-644A-4E91-9F38-D4C81BF5459F}" srcOrd="2" destOrd="0" presId="urn:microsoft.com/office/officeart/2005/8/layout/hierarchy1"/>
    <dgm:cxn modelId="{1B264CF1-C6F4-4A62-9722-64293402F16C}" type="presParOf" srcId="{BFCBFA0F-FAC4-47B8-954F-1D2BB552F3A8}" destId="{D7F35402-D4D7-47D9-9CD1-162746477837}" srcOrd="3" destOrd="0" presId="urn:microsoft.com/office/officeart/2005/8/layout/hierarchy1"/>
    <dgm:cxn modelId="{B8F40BD3-395C-4633-BBCA-11F4C1683DD7}" type="presParOf" srcId="{D7F35402-D4D7-47D9-9CD1-162746477837}" destId="{0677D2B7-FD10-4418-A28A-089A2DC2C715}" srcOrd="0" destOrd="0" presId="urn:microsoft.com/office/officeart/2005/8/layout/hierarchy1"/>
    <dgm:cxn modelId="{512C4CE0-AA50-4777-999B-6B43BEDF2759}" type="presParOf" srcId="{0677D2B7-FD10-4418-A28A-089A2DC2C715}" destId="{47CAF465-CCD9-469D-9887-16C40A30F276}" srcOrd="0" destOrd="0" presId="urn:microsoft.com/office/officeart/2005/8/layout/hierarchy1"/>
    <dgm:cxn modelId="{14372081-5196-4AE7-97C0-8C5B75F2EC0A}" type="presParOf" srcId="{0677D2B7-FD10-4418-A28A-089A2DC2C715}" destId="{DF639F20-4352-4FE7-A525-F870A3DA43C5}" srcOrd="1" destOrd="0" presId="urn:microsoft.com/office/officeart/2005/8/layout/hierarchy1"/>
    <dgm:cxn modelId="{EEE3ED46-6320-42B7-A0C0-9B08305935DE}" type="presParOf" srcId="{D7F35402-D4D7-47D9-9CD1-162746477837}" destId="{A06DCE95-D7EF-461C-ADEC-F4C4AD291558}" srcOrd="1" destOrd="0" presId="urn:microsoft.com/office/officeart/2005/8/layout/hierarchy1"/>
    <dgm:cxn modelId="{478015A5-FDA3-4172-8435-7BA0E78D131B}" type="presParOf" srcId="{A06DCE95-D7EF-461C-ADEC-F4C4AD291558}" destId="{29A499D6-3BB1-4C03-9DB4-C6B41DEA0DD1}" srcOrd="0" destOrd="0" presId="urn:microsoft.com/office/officeart/2005/8/layout/hierarchy1"/>
    <dgm:cxn modelId="{9F870828-FDDA-4678-823B-5120DD91DBD5}" type="presParOf" srcId="{A06DCE95-D7EF-461C-ADEC-F4C4AD291558}" destId="{9C688AC1-52FB-4E11-999E-7C91C51DC89B}" srcOrd="1" destOrd="0" presId="urn:microsoft.com/office/officeart/2005/8/layout/hierarchy1"/>
    <dgm:cxn modelId="{72DE4F3E-8B79-4232-9F25-0E7219DDB4BF}" type="presParOf" srcId="{9C688AC1-52FB-4E11-999E-7C91C51DC89B}" destId="{ABB9E027-2711-47DF-93FE-6BBF15373B66}" srcOrd="0" destOrd="0" presId="urn:microsoft.com/office/officeart/2005/8/layout/hierarchy1"/>
    <dgm:cxn modelId="{20087D16-777C-4FE0-8BD9-C2A0CE20959C}" type="presParOf" srcId="{ABB9E027-2711-47DF-93FE-6BBF15373B66}" destId="{E39540ED-0ED4-49C6-A55A-895FECC8DC99}" srcOrd="0" destOrd="0" presId="urn:microsoft.com/office/officeart/2005/8/layout/hierarchy1"/>
    <dgm:cxn modelId="{4C3C7D70-F129-4059-9AEA-2860C8B26260}" type="presParOf" srcId="{ABB9E027-2711-47DF-93FE-6BBF15373B66}" destId="{94E0231B-6C83-45DA-ADA5-BF1C0016F0CE}" srcOrd="1" destOrd="0" presId="urn:microsoft.com/office/officeart/2005/8/layout/hierarchy1"/>
    <dgm:cxn modelId="{AA6E836A-1B92-41A0-B9D1-7C3D9CB6276F}" type="presParOf" srcId="{9C688AC1-52FB-4E11-999E-7C91C51DC89B}" destId="{FB9D3C53-7085-4F0C-BD75-4D41DD759384}" srcOrd="1" destOrd="0" presId="urn:microsoft.com/office/officeart/2005/8/layout/hierarchy1"/>
    <dgm:cxn modelId="{705CB581-2FED-48E4-ADBE-0FE22A80AF77}" type="presParOf" srcId="{BFCBFA0F-FAC4-47B8-954F-1D2BB552F3A8}" destId="{86B9D31C-5F44-4C45-935C-4DE8F46337AD}" srcOrd="4" destOrd="0" presId="urn:microsoft.com/office/officeart/2005/8/layout/hierarchy1"/>
    <dgm:cxn modelId="{98F7BF2F-F919-4DC4-BB09-0F92D19EB3C9}" type="presParOf" srcId="{BFCBFA0F-FAC4-47B8-954F-1D2BB552F3A8}" destId="{B697CFC2-34E7-461E-A1B9-7D737BFB0A02}" srcOrd="5" destOrd="0" presId="urn:microsoft.com/office/officeart/2005/8/layout/hierarchy1"/>
    <dgm:cxn modelId="{683487CA-9BD9-41B4-8939-271F0DAC06AD}" type="presParOf" srcId="{B697CFC2-34E7-461E-A1B9-7D737BFB0A02}" destId="{6FFD984A-29B9-41B2-A1F7-06CAAA1FC4E2}" srcOrd="0" destOrd="0" presId="urn:microsoft.com/office/officeart/2005/8/layout/hierarchy1"/>
    <dgm:cxn modelId="{7AE8669E-C3AC-4C73-BF2B-DE87ED237C0D}" type="presParOf" srcId="{6FFD984A-29B9-41B2-A1F7-06CAAA1FC4E2}" destId="{D301FAE7-5761-4379-BF90-24D90295DFEF}" srcOrd="0" destOrd="0" presId="urn:microsoft.com/office/officeart/2005/8/layout/hierarchy1"/>
    <dgm:cxn modelId="{44B78676-184B-465E-AB5A-430D2A0D6F02}" type="presParOf" srcId="{6FFD984A-29B9-41B2-A1F7-06CAAA1FC4E2}" destId="{D2729112-44C4-4EEB-A2CE-309D219C4ECD}" srcOrd="1" destOrd="0" presId="urn:microsoft.com/office/officeart/2005/8/layout/hierarchy1"/>
    <dgm:cxn modelId="{71BB88AF-6281-42C6-8B77-3EAFFBEC56B1}" type="presParOf" srcId="{B697CFC2-34E7-461E-A1B9-7D737BFB0A02}" destId="{57CA0676-4BBC-4390-A7B5-FE4B22AEBD68}" srcOrd="1" destOrd="0" presId="urn:microsoft.com/office/officeart/2005/8/layout/hierarchy1"/>
    <dgm:cxn modelId="{3B79A193-CED2-4449-B00F-4688853F0796}" type="presParOf" srcId="{E99F2599-A258-7440-9056-CA4896EC8D45}" destId="{4A219372-7A4C-4628-82B1-763B4FDFFD7A}" srcOrd="1" destOrd="0" presId="urn:microsoft.com/office/officeart/2005/8/layout/hierarchy1"/>
    <dgm:cxn modelId="{61A3DB19-3B62-4777-B6FA-6A3059126E8B}" type="presParOf" srcId="{4A219372-7A4C-4628-82B1-763B4FDFFD7A}" destId="{528BAF88-B1B4-411F-9C4C-69B8129EFE1B}" srcOrd="0" destOrd="0" presId="urn:microsoft.com/office/officeart/2005/8/layout/hierarchy1"/>
    <dgm:cxn modelId="{472A7087-D786-4225-A814-9A60E6AB8324}" type="presParOf" srcId="{528BAF88-B1B4-411F-9C4C-69B8129EFE1B}" destId="{7A039ED6-20AC-45D6-B2C1-A90A3E05EF94}" srcOrd="0" destOrd="0" presId="urn:microsoft.com/office/officeart/2005/8/layout/hierarchy1"/>
    <dgm:cxn modelId="{B217CCE1-32C4-42FD-A3E0-7108DD3F71CE}" type="presParOf" srcId="{528BAF88-B1B4-411F-9C4C-69B8129EFE1B}" destId="{53266E2F-B3A3-465A-8277-A0AD80307A02}" srcOrd="1" destOrd="0" presId="urn:microsoft.com/office/officeart/2005/8/layout/hierarchy1"/>
    <dgm:cxn modelId="{E94D5ACF-E677-45F5-A1C9-BC52D3EE878A}" type="presParOf" srcId="{4A219372-7A4C-4628-82B1-763B4FDFFD7A}" destId="{46DB89F6-D03F-4750-BA5F-4B52E2022357}" srcOrd="1" destOrd="0" presId="urn:microsoft.com/office/officeart/2005/8/layout/hierarchy1"/>
    <dgm:cxn modelId="{83E392D9-3590-411C-8DF6-825A59AF7905}" type="presParOf" srcId="{46DB89F6-D03F-4750-BA5F-4B52E2022357}" destId="{E6A8454F-2F5D-4CA1-967D-4AC64874761D}" srcOrd="0" destOrd="0" presId="urn:microsoft.com/office/officeart/2005/8/layout/hierarchy1"/>
    <dgm:cxn modelId="{A5BA5394-DB4D-4CC7-A8A7-6A53510B493C}" type="presParOf" srcId="{46DB89F6-D03F-4750-BA5F-4B52E2022357}" destId="{4726672A-0402-4295-99C4-55A6A96DE75A}" srcOrd="1" destOrd="0" presId="urn:microsoft.com/office/officeart/2005/8/layout/hierarchy1"/>
    <dgm:cxn modelId="{3FC79330-C5E6-4403-A6C5-21EFC7E3AFF7}" type="presParOf" srcId="{4726672A-0402-4295-99C4-55A6A96DE75A}" destId="{575860A6-F23B-4FA5-9A41-22197F0124B0}" srcOrd="0" destOrd="0" presId="urn:microsoft.com/office/officeart/2005/8/layout/hierarchy1"/>
    <dgm:cxn modelId="{BC47287F-320C-4CE2-8599-67DBDA0766B3}" type="presParOf" srcId="{575860A6-F23B-4FA5-9A41-22197F0124B0}" destId="{CFA77F1D-8B32-4BF2-A765-673471A54781}" srcOrd="0" destOrd="0" presId="urn:microsoft.com/office/officeart/2005/8/layout/hierarchy1"/>
    <dgm:cxn modelId="{9C8BEC0D-E22A-464B-A376-E851D93C82F6}" type="presParOf" srcId="{575860A6-F23B-4FA5-9A41-22197F0124B0}" destId="{0B29F4F5-06A7-4C5B-9C4F-8C065F2FE3A2}" srcOrd="1" destOrd="0" presId="urn:microsoft.com/office/officeart/2005/8/layout/hierarchy1"/>
    <dgm:cxn modelId="{5BC581EC-BBCB-4798-A498-B0924AAECDD8}" type="presParOf" srcId="{4726672A-0402-4295-99C4-55A6A96DE75A}" destId="{5E06E264-AF91-4236-B060-92DEB4FF3247}" srcOrd="1" destOrd="0" presId="urn:microsoft.com/office/officeart/2005/8/layout/hierarchy1"/>
    <dgm:cxn modelId="{7AB74A95-1802-43A8-BC87-1BF09CA39377}" type="presParOf" srcId="{46DB89F6-D03F-4750-BA5F-4B52E2022357}" destId="{93B9FBA3-3020-4C5F-8E81-229244DDFFD4}" srcOrd="2" destOrd="0" presId="urn:microsoft.com/office/officeart/2005/8/layout/hierarchy1"/>
    <dgm:cxn modelId="{58F4A713-31D6-4CC9-AC82-2F8FD3768A04}" type="presParOf" srcId="{46DB89F6-D03F-4750-BA5F-4B52E2022357}" destId="{3B8C2E20-5C4A-4BE1-8B60-2E2139DD8DB9}" srcOrd="3" destOrd="0" presId="urn:microsoft.com/office/officeart/2005/8/layout/hierarchy1"/>
    <dgm:cxn modelId="{695E2964-F68B-4160-B2BC-D50FF53BDFD1}" type="presParOf" srcId="{3B8C2E20-5C4A-4BE1-8B60-2E2139DD8DB9}" destId="{1500404A-8F9F-480F-9198-6E6DD4DAAEF6}" srcOrd="0" destOrd="0" presId="urn:microsoft.com/office/officeart/2005/8/layout/hierarchy1"/>
    <dgm:cxn modelId="{5B04D606-098B-4D47-A336-4056C76700E9}" type="presParOf" srcId="{1500404A-8F9F-480F-9198-6E6DD4DAAEF6}" destId="{C2EF5708-DCD7-4351-8449-8AE192B0C931}" srcOrd="0" destOrd="0" presId="urn:microsoft.com/office/officeart/2005/8/layout/hierarchy1"/>
    <dgm:cxn modelId="{C18440C4-419A-4E2E-83D0-1FE612E8907C}" type="presParOf" srcId="{1500404A-8F9F-480F-9198-6E6DD4DAAEF6}" destId="{680D7409-18CB-404E-9705-9182AD6B18DB}" srcOrd="1" destOrd="0" presId="urn:microsoft.com/office/officeart/2005/8/layout/hierarchy1"/>
    <dgm:cxn modelId="{8D8A08C3-70AC-4C68-8E1D-6DEDACB95906}" type="presParOf" srcId="{3B8C2E20-5C4A-4BE1-8B60-2E2139DD8DB9}" destId="{0D1BB26F-92E5-4608-9936-431CFB830F06}" srcOrd="1" destOrd="0" presId="urn:microsoft.com/office/officeart/2005/8/layout/hierarchy1"/>
    <dgm:cxn modelId="{871A008E-98C4-4474-AC3F-E3936BB39D72}" type="presParOf" srcId="{0D1BB26F-92E5-4608-9936-431CFB830F06}" destId="{25C0702B-058B-4091-A011-FEC8029E7517}" srcOrd="0" destOrd="0" presId="urn:microsoft.com/office/officeart/2005/8/layout/hierarchy1"/>
    <dgm:cxn modelId="{359316D8-FD81-4797-B7FB-3B46B19C7066}" type="presParOf" srcId="{0D1BB26F-92E5-4608-9936-431CFB830F06}" destId="{9D9EFB15-AB63-48B5-BD9A-1C324EF3AD10}" srcOrd="1" destOrd="0" presId="urn:microsoft.com/office/officeart/2005/8/layout/hierarchy1"/>
    <dgm:cxn modelId="{2E060B99-FE13-4D3A-AE69-A330DFCB463A}" type="presParOf" srcId="{9D9EFB15-AB63-48B5-BD9A-1C324EF3AD10}" destId="{0FE87817-8AF4-4B66-8D53-E8096691E31C}" srcOrd="0" destOrd="0" presId="urn:microsoft.com/office/officeart/2005/8/layout/hierarchy1"/>
    <dgm:cxn modelId="{4D41F9E0-F5D5-43D7-B980-AA6AA7F60484}" type="presParOf" srcId="{0FE87817-8AF4-4B66-8D53-E8096691E31C}" destId="{54355CFE-13D6-4A0D-BC42-F9DCD3FFEACA}" srcOrd="0" destOrd="0" presId="urn:microsoft.com/office/officeart/2005/8/layout/hierarchy1"/>
    <dgm:cxn modelId="{F3112693-BDD5-4DCC-B30A-E5953CF730C3}" type="presParOf" srcId="{0FE87817-8AF4-4B66-8D53-E8096691E31C}" destId="{17B7739C-238F-4096-9A13-8EFF6C80477A}" srcOrd="1" destOrd="0" presId="urn:microsoft.com/office/officeart/2005/8/layout/hierarchy1"/>
    <dgm:cxn modelId="{3B63228D-CE57-44C5-8E0D-C4DE02CCF482}" type="presParOf" srcId="{9D9EFB15-AB63-48B5-BD9A-1C324EF3AD10}" destId="{9413A789-D53F-4647-85D3-B10FA18DD346}" srcOrd="1" destOrd="0" presId="urn:microsoft.com/office/officeart/2005/8/layout/hierarchy1"/>
    <dgm:cxn modelId="{1D032AC2-6F7E-4AC6-B3EF-2ECA439DFFA0}" type="presParOf" srcId="{0D1BB26F-92E5-4608-9936-431CFB830F06}" destId="{CF984C4A-F413-406E-9885-286DA8D7246F}" srcOrd="2" destOrd="0" presId="urn:microsoft.com/office/officeart/2005/8/layout/hierarchy1"/>
    <dgm:cxn modelId="{17BF231C-E2D8-458D-BF93-A84E5E6D5142}" type="presParOf" srcId="{0D1BB26F-92E5-4608-9936-431CFB830F06}" destId="{B963ED61-CEFC-4E0D-8AF6-965F792E0786}" srcOrd="3" destOrd="0" presId="urn:microsoft.com/office/officeart/2005/8/layout/hierarchy1"/>
    <dgm:cxn modelId="{EF42C126-52B7-4A21-BDCC-88D35086F7B0}" type="presParOf" srcId="{B963ED61-CEFC-4E0D-8AF6-965F792E0786}" destId="{93DB4145-88AE-4BC4-BE11-DD8548A2B49A}" srcOrd="0" destOrd="0" presId="urn:microsoft.com/office/officeart/2005/8/layout/hierarchy1"/>
    <dgm:cxn modelId="{4D1D9B6D-ACF1-44F9-B7C0-37C61ABAEEF9}" type="presParOf" srcId="{93DB4145-88AE-4BC4-BE11-DD8548A2B49A}" destId="{285EB564-A95B-4DF6-9B02-CDDF82FA986E}" srcOrd="0" destOrd="0" presId="urn:microsoft.com/office/officeart/2005/8/layout/hierarchy1"/>
    <dgm:cxn modelId="{382EE112-F25D-4535-97FD-5787EBD1BCA2}" type="presParOf" srcId="{93DB4145-88AE-4BC4-BE11-DD8548A2B49A}" destId="{8503CCDC-2B8C-416B-9DF8-A168089E68BA}" srcOrd="1" destOrd="0" presId="urn:microsoft.com/office/officeart/2005/8/layout/hierarchy1"/>
    <dgm:cxn modelId="{10B1133F-49B3-481E-A55B-E1D5164BA93C}" type="presParOf" srcId="{B963ED61-CEFC-4E0D-8AF6-965F792E0786}" destId="{B55DB89F-54CC-4272-A638-B7C91C5651A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151037-2346-4F9D-9A42-75B9591133EC}">
      <dsp:nvSpPr>
        <dsp:cNvPr id="0" name=""/>
        <dsp:cNvSpPr/>
      </dsp:nvSpPr>
      <dsp:spPr>
        <a:xfrm>
          <a:off x="402706" y="26690"/>
          <a:ext cx="884406" cy="8844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523203-712B-4833-A737-4F3A8A079446}">
      <dsp:nvSpPr>
        <dsp:cNvPr id="0" name=""/>
        <dsp:cNvSpPr/>
      </dsp:nvSpPr>
      <dsp:spPr>
        <a:xfrm>
          <a:off x="588431" y="212416"/>
          <a:ext cx="512955" cy="5129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F8FA94-DBC4-41E6-8E1F-2EAB2B0634DC}">
      <dsp:nvSpPr>
        <dsp:cNvPr id="0" name=""/>
        <dsp:cNvSpPr/>
      </dsp:nvSpPr>
      <dsp:spPr>
        <a:xfrm>
          <a:off x="1476628" y="26690"/>
          <a:ext cx="2084672" cy="88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44500">
            <a:lnSpc>
              <a:spcPct val="100000"/>
            </a:lnSpc>
            <a:spcBef>
              <a:spcPct val="0"/>
            </a:spcBef>
            <a:spcAft>
              <a:spcPct val="35000"/>
            </a:spcAft>
            <a:buNone/>
          </a:pPr>
          <a:r>
            <a:rPr lang="en-US" sz="1000" kern="1200"/>
            <a:t>Certified in data management with continuous awards as accredited partners for 3 consecutive years.</a:t>
          </a:r>
        </a:p>
      </dsp:txBody>
      <dsp:txXfrm>
        <a:off x="1476628" y="26690"/>
        <a:ext cx="2084672" cy="884406"/>
      </dsp:txXfrm>
    </dsp:sp>
    <dsp:sp modelId="{87933807-9F53-46BA-9B61-F46A1F9C5FEE}">
      <dsp:nvSpPr>
        <dsp:cNvPr id="0" name=""/>
        <dsp:cNvSpPr/>
      </dsp:nvSpPr>
      <dsp:spPr>
        <a:xfrm>
          <a:off x="3924540" y="26690"/>
          <a:ext cx="884406" cy="8844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F9527D-5BEC-497A-BCBF-DE4006FC0B05}">
      <dsp:nvSpPr>
        <dsp:cNvPr id="0" name=""/>
        <dsp:cNvSpPr/>
      </dsp:nvSpPr>
      <dsp:spPr>
        <a:xfrm>
          <a:off x="4110265" y="212416"/>
          <a:ext cx="512955" cy="5129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23C473-4C18-4401-878C-4C2A56B34238}">
      <dsp:nvSpPr>
        <dsp:cNvPr id="0" name=""/>
        <dsp:cNvSpPr/>
      </dsp:nvSpPr>
      <dsp:spPr>
        <a:xfrm>
          <a:off x="4998462" y="26690"/>
          <a:ext cx="2084672" cy="88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44500">
            <a:lnSpc>
              <a:spcPct val="100000"/>
            </a:lnSpc>
            <a:spcBef>
              <a:spcPct val="0"/>
            </a:spcBef>
            <a:spcAft>
              <a:spcPct val="35000"/>
            </a:spcAft>
            <a:buNone/>
          </a:pPr>
          <a:r>
            <a:rPr lang="en-US" sz="1000" kern="1200"/>
            <a:t>Implemented end-to-end data management solutions globally, including data warehouse implementation, data governance consultancy, data catalog implementation, and report/dashboard delivery.</a:t>
          </a:r>
        </a:p>
      </dsp:txBody>
      <dsp:txXfrm>
        <a:off x="4998462" y="26690"/>
        <a:ext cx="2084672" cy="884406"/>
      </dsp:txXfrm>
    </dsp:sp>
    <dsp:sp modelId="{1085B4B9-0FBF-4B85-AB0E-979594746E8C}">
      <dsp:nvSpPr>
        <dsp:cNvPr id="0" name=""/>
        <dsp:cNvSpPr/>
      </dsp:nvSpPr>
      <dsp:spPr>
        <a:xfrm>
          <a:off x="402706" y="1608252"/>
          <a:ext cx="884406" cy="8844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03F293-0AC1-47DA-BF63-B9871FAD97C0}">
      <dsp:nvSpPr>
        <dsp:cNvPr id="0" name=""/>
        <dsp:cNvSpPr/>
      </dsp:nvSpPr>
      <dsp:spPr>
        <a:xfrm>
          <a:off x="588431" y="1793978"/>
          <a:ext cx="512955" cy="5129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754265-5FC5-4409-B230-F61513A73EE2}">
      <dsp:nvSpPr>
        <dsp:cNvPr id="0" name=""/>
        <dsp:cNvSpPr/>
      </dsp:nvSpPr>
      <dsp:spPr>
        <a:xfrm>
          <a:off x="1476628" y="1608252"/>
          <a:ext cx="2084672" cy="88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44500">
            <a:lnSpc>
              <a:spcPct val="100000"/>
            </a:lnSpc>
            <a:spcBef>
              <a:spcPct val="0"/>
            </a:spcBef>
            <a:spcAft>
              <a:spcPct val="35000"/>
            </a:spcAft>
            <a:buNone/>
          </a:pPr>
          <a:r>
            <a:rPr lang="en-US" sz="1000" kern="1200"/>
            <a:t>Expertise in end-to-end solution automation across various industries and sectors, including governance and private sectors.</a:t>
          </a:r>
        </a:p>
      </dsp:txBody>
      <dsp:txXfrm>
        <a:off x="1476628" y="1608252"/>
        <a:ext cx="2084672" cy="884406"/>
      </dsp:txXfrm>
    </dsp:sp>
    <dsp:sp modelId="{5FDCD8E8-B7D3-4ED3-9497-B7B0446D8B4E}">
      <dsp:nvSpPr>
        <dsp:cNvPr id="0" name=""/>
        <dsp:cNvSpPr/>
      </dsp:nvSpPr>
      <dsp:spPr>
        <a:xfrm>
          <a:off x="3924540" y="1608252"/>
          <a:ext cx="884406" cy="8844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191D5E-5FF4-40DB-AE85-996C41608AD2}">
      <dsp:nvSpPr>
        <dsp:cNvPr id="0" name=""/>
        <dsp:cNvSpPr/>
      </dsp:nvSpPr>
      <dsp:spPr>
        <a:xfrm>
          <a:off x="4110265" y="1793978"/>
          <a:ext cx="512955" cy="51295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0D217A-58C7-4579-A2BC-14E196231B55}">
      <dsp:nvSpPr>
        <dsp:cNvPr id="0" name=""/>
        <dsp:cNvSpPr/>
      </dsp:nvSpPr>
      <dsp:spPr>
        <a:xfrm>
          <a:off x="4998462" y="1608252"/>
          <a:ext cx="2084672" cy="88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44500">
            <a:lnSpc>
              <a:spcPct val="100000"/>
            </a:lnSpc>
            <a:spcBef>
              <a:spcPct val="0"/>
            </a:spcBef>
            <a:spcAft>
              <a:spcPct val="35000"/>
            </a:spcAft>
            <a:buNone/>
          </a:pPr>
          <a:r>
            <a:rPr lang="en-US" sz="1000" kern="1200"/>
            <a:t>Agnostic BI specialists with experience implementing solutions on Tableau, Qlik, and Power BI for diverse clients.</a:t>
          </a:r>
        </a:p>
      </dsp:txBody>
      <dsp:txXfrm>
        <a:off x="4998462" y="1608252"/>
        <a:ext cx="2084672" cy="884406"/>
      </dsp:txXfrm>
    </dsp:sp>
    <dsp:sp modelId="{7541E0FE-B5DB-4CF2-B35B-4810A366CF74}">
      <dsp:nvSpPr>
        <dsp:cNvPr id="0" name=""/>
        <dsp:cNvSpPr/>
      </dsp:nvSpPr>
      <dsp:spPr>
        <a:xfrm>
          <a:off x="402706" y="3189814"/>
          <a:ext cx="884406" cy="8844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8C58AF-FE1E-4543-80B8-4A855C852001}">
      <dsp:nvSpPr>
        <dsp:cNvPr id="0" name=""/>
        <dsp:cNvSpPr/>
      </dsp:nvSpPr>
      <dsp:spPr>
        <a:xfrm>
          <a:off x="588431" y="3375539"/>
          <a:ext cx="512955" cy="51295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736AFF-F79F-41DA-A54C-8BEF6A1CA184}">
      <dsp:nvSpPr>
        <dsp:cNvPr id="0" name=""/>
        <dsp:cNvSpPr/>
      </dsp:nvSpPr>
      <dsp:spPr>
        <a:xfrm>
          <a:off x="1476628" y="3189814"/>
          <a:ext cx="2084672" cy="88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44500">
            <a:lnSpc>
              <a:spcPct val="100000"/>
            </a:lnSpc>
            <a:spcBef>
              <a:spcPct val="0"/>
            </a:spcBef>
            <a:spcAft>
              <a:spcPct val="35000"/>
            </a:spcAft>
            <a:buNone/>
          </a:pPr>
          <a:r>
            <a:rPr lang="en-US" sz="1000" kern="1200"/>
            <a:t>Various business units specializing in cybersecurity, Robotic Process Automation (RPA), infrastructure provision, application modernization, ERP, Corporate Performance Management (CPM), and training &amp; upskilling.</a:t>
          </a:r>
        </a:p>
      </dsp:txBody>
      <dsp:txXfrm>
        <a:off x="1476628" y="3189814"/>
        <a:ext cx="2084672" cy="884406"/>
      </dsp:txXfrm>
    </dsp:sp>
    <dsp:sp modelId="{D2684C09-5631-48E0-B917-93E1C7F893CB}">
      <dsp:nvSpPr>
        <dsp:cNvPr id="0" name=""/>
        <dsp:cNvSpPr/>
      </dsp:nvSpPr>
      <dsp:spPr>
        <a:xfrm>
          <a:off x="3924540" y="3189814"/>
          <a:ext cx="884406" cy="8844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23094D-8048-4F9F-A70B-760D68D76E5B}">
      <dsp:nvSpPr>
        <dsp:cNvPr id="0" name=""/>
        <dsp:cNvSpPr/>
      </dsp:nvSpPr>
      <dsp:spPr>
        <a:xfrm>
          <a:off x="4110265" y="3375539"/>
          <a:ext cx="512955" cy="51295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E8824C-B0E4-4172-8189-1F0F9E263130}">
      <dsp:nvSpPr>
        <dsp:cNvPr id="0" name=""/>
        <dsp:cNvSpPr/>
      </dsp:nvSpPr>
      <dsp:spPr>
        <a:xfrm>
          <a:off x="4998462" y="3189814"/>
          <a:ext cx="2084672" cy="88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44500">
            <a:lnSpc>
              <a:spcPct val="100000"/>
            </a:lnSpc>
            <a:spcBef>
              <a:spcPct val="0"/>
            </a:spcBef>
            <a:spcAft>
              <a:spcPct val="35000"/>
            </a:spcAft>
            <a:buNone/>
          </a:pPr>
          <a:r>
            <a:rPr lang="en-US" sz="1000" kern="1200"/>
            <a:t>Successfully handled projects in different countries and sectors, ensuring comprehensive service delivery and client satisfaction.</a:t>
          </a:r>
        </a:p>
      </dsp:txBody>
      <dsp:txXfrm>
        <a:off x="4998462" y="3189814"/>
        <a:ext cx="2084672" cy="8844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98A525-A828-4E1A-BDA9-6ED1E9FE580C}">
      <dsp:nvSpPr>
        <dsp:cNvPr id="0" name=""/>
        <dsp:cNvSpPr/>
      </dsp:nvSpPr>
      <dsp:spPr>
        <a:xfrm>
          <a:off x="2578" y="1222800"/>
          <a:ext cx="1380954" cy="53357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10668" rIns="10668" bIns="10668" numCol="1" spcCol="1270" anchor="ctr" anchorCtr="0">
          <a:noAutofit/>
        </a:bodyPr>
        <a:lstStyle/>
        <a:p>
          <a:pPr marL="0" lvl="0" indent="0" algn="ctr" defTabSz="355600">
            <a:lnSpc>
              <a:spcPct val="90000"/>
            </a:lnSpc>
            <a:spcBef>
              <a:spcPct val="0"/>
            </a:spcBef>
            <a:spcAft>
              <a:spcPct val="35000"/>
            </a:spcAft>
            <a:buNone/>
          </a:pPr>
          <a:r>
            <a:rPr lang="en-US" sz="800" kern="1200">
              <a:latin typeface="+mj-lt"/>
            </a:rPr>
            <a:t>Project Roll Out</a:t>
          </a:r>
          <a:endParaRPr lang="en-MY" sz="800" kern="1200">
            <a:latin typeface="+mj-lt"/>
          </a:endParaRPr>
        </a:p>
      </dsp:txBody>
      <dsp:txXfrm>
        <a:off x="269364" y="1222800"/>
        <a:ext cx="847382" cy="533572"/>
      </dsp:txXfrm>
    </dsp:sp>
    <dsp:sp modelId="{B8D36505-FA80-4AF1-A96F-3782864225CF}">
      <dsp:nvSpPr>
        <dsp:cNvPr id="0" name=""/>
        <dsp:cNvSpPr/>
      </dsp:nvSpPr>
      <dsp:spPr>
        <a:xfrm>
          <a:off x="2578" y="1823069"/>
          <a:ext cx="1104763" cy="109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355600">
            <a:lnSpc>
              <a:spcPct val="90000"/>
            </a:lnSpc>
            <a:spcBef>
              <a:spcPct val="0"/>
            </a:spcBef>
            <a:spcAft>
              <a:spcPct val="15000"/>
            </a:spcAft>
            <a:buChar char="•"/>
          </a:pPr>
          <a:r>
            <a:rPr lang="en-US" sz="800" kern="1200">
              <a:latin typeface="+mj-lt"/>
            </a:rPr>
            <a:t>Resource mobilization</a:t>
          </a:r>
          <a:endParaRPr lang="en-MY" sz="800" kern="1200">
            <a:latin typeface="+mj-lt"/>
          </a:endParaRPr>
        </a:p>
        <a:p>
          <a:pPr marL="57150" lvl="1" indent="-57150" algn="l" defTabSz="355600">
            <a:lnSpc>
              <a:spcPct val="90000"/>
            </a:lnSpc>
            <a:spcBef>
              <a:spcPct val="0"/>
            </a:spcBef>
            <a:spcAft>
              <a:spcPct val="15000"/>
            </a:spcAft>
            <a:buChar char="•"/>
          </a:pPr>
          <a:r>
            <a:rPr lang="en-MY" sz="800" kern="1200">
              <a:latin typeface="+mj-lt"/>
            </a:rPr>
            <a:t>Refine Project Scope &amp; Implementation Planning</a:t>
          </a:r>
        </a:p>
        <a:p>
          <a:pPr marL="57150" lvl="1" indent="-57150" algn="l" defTabSz="355600">
            <a:lnSpc>
              <a:spcPct val="90000"/>
            </a:lnSpc>
            <a:spcBef>
              <a:spcPct val="0"/>
            </a:spcBef>
            <a:spcAft>
              <a:spcPct val="15000"/>
            </a:spcAft>
            <a:buChar char="•"/>
          </a:pPr>
          <a:r>
            <a:rPr lang="en-MY" sz="800" kern="1200">
              <a:latin typeface="+mj-lt"/>
            </a:rPr>
            <a:t>Project Kick-Off</a:t>
          </a:r>
        </a:p>
      </dsp:txBody>
      <dsp:txXfrm>
        <a:off x="2578" y="1823069"/>
        <a:ext cx="1104763" cy="1098000"/>
      </dsp:txXfrm>
    </dsp:sp>
    <dsp:sp modelId="{C0514E50-1190-4C37-B32D-1621FE0A98A4}">
      <dsp:nvSpPr>
        <dsp:cNvPr id="0" name=""/>
        <dsp:cNvSpPr/>
      </dsp:nvSpPr>
      <dsp:spPr>
        <a:xfrm>
          <a:off x="1167533" y="1222800"/>
          <a:ext cx="1380954" cy="53357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10668" rIns="10668" bIns="10668" numCol="1" spcCol="1270" anchor="ctr" anchorCtr="0">
          <a:noAutofit/>
        </a:bodyPr>
        <a:lstStyle/>
        <a:p>
          <a:pPr marL="0" lvl="0" indent="0" algn="ctr" defTabSz="355600">
            <a:lnSpc>
              <a:spcPct val="90000"/>
            </a:lnSpc>
            <a:spcBef>
              <a:spcPct val="0"/>
            </a:spcBef>
            <a:spcAft>
              <a:spcPct val="35000"/>
            </a:spcAft>
            <a:buNone/>
          </a:pPr>
          <a:r>
            <a:rPr lang="en-MY" sz="800" kern="1200">
              <a:latin typeface="+mj-lt"/>
            </a:rPr>
            <a:t>Phase 1a - Platform Readiness and Interim Data Storage</a:t>
          </a:r>
        </a:p>
      </dsp:txBody>
      <dsp:txXfrm>
        <a:off x="1434319" y="1222800"/>
        <a:ext cx="847382" cy="533572"/>
      </dsp:txXfrm>
    </dsp:sp>
    <dsp:sp modelId="{2805DEA2-E619-4CD9-803E-1FB510721257}">
      <dsp:nvSpPr>
        <dsp:cNvPr id="0" name=""/>
        <dsp:cNvSpPr/>
      </dsp:nvSpPr>
      <dsp:spPr>
        <a:xfrm>
          <a:off x="1167533" y="1823069"/>
          <a:ext cx="1104763" cy="109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355600">
            <a:lnSpc>
              <a:spcPct val="90000"/>
            </a:lnSpc>
            <a:spcBef>
              <a:spcPct val="0"/>
            </a:spcBef>
            <a:spcAft>
              <a:spcPct val="15000"/>
            </a:spcAft>
            <a:buChar char="•"/>
          </a:pPr>
          <a:r>
            <a:rPr lang="en-MY" sz="800" kern="1200">
              <a:latin typeface="+mj-lt"/>
            </a:rPr>
            <a:t>Technical Requirement Study</a:t>
          </a:r>
          <a:endParaRPr lang="en-US" sz="800" kern="1200">
            <a:latin typeface="+mj-lt"/>
          </a:endParaRPr>
        </a:p>
        <a:p>
          <a:pPr marL="57150" lvl="1" indent="-57150" algn="l" defTabSz="355600">
            <a:lnSpc>
              <a:spcPct val="90000"/>
            </a:lnSpc>
            <a:spcBef>
              <a:spcPct val="0"/>
            </a:spcBef>
            <a:spcAft>
              <a:spcPct val="15000"/>
            </a:spcAft>
            <a:buChar char="•"/>
          </a:pPr>
          <a:r>
            <a:rPr lang="en-MY" sz="800" kern="1200">
              <a:latin typeface="+mj-lt"/>
            </a:rPr>
            <a:t>Technical Architecture Design &amp; Planning</a:t>
          </a:r>
        </a:p>
        <a:p>
          <a:pPr marL="57150" lvl="1" indent="-57150" algn="l" defTabSz="355600">
            <a:lnSpc>
              <a:spcPct val="90000"/>
            </a:lnSpc>
            <a:spcBef>
              <a:spcPct val="0"/>
            </a:spcBef>
            <a:spcAft>
              <a:spcPct val="15000"/>
            </a:spcAft>
            <a:buChar char="•"/>
          </a:pPr>
          <a:r>
            <a:rPr lang="en-MY" sz="800" kern="1200">
              <a:latin typeface="+mj-lt"/>
            </a:rPr>
            <a:t>User Requirement Study (URS)</a:t>
          </a:r>
        </a:p>
        <a:p>
          <a:pPr marL="57150" lvl="1" indent="-57150" algn="l" defTabSz="355600">
            <a:lnSpc>
              <a:spcPct val="90000"/>
            </a:lnSpc>
            <a:spcBef>
              <a:spcPct val="0"/>
            </a:spcBef>
            <a:spcAft>
              <a:spcPct val="15000"/>
            </a:spcAft>
            <a:buChar char="•"/>
          </a:pPr>
          <a:r>
            <a:rPr lang="en-MY" sz="800" kern="1200">
              <a:latin typeface="+mj-lt"/>
            </a:rPr>
            <a:t>Enterprise Data Platform Setup</a:t>
          </a:r>
        </a:p>
        <a:p>
          <a:pPr marL="57150" lvl="1" indent="-57150" algn="l" defTabSz="355600">
            <a:lnSpc>
              <a:spcPct val="90000"/>
            </a:lnSpc>
            <a:spcBef>
              <a:spcPct val="0"/>
            </a:spcBef>
            <a:spcAft>
              <a:spcPct val="15000"/>
            </a:spcAft>
            <a:buChar char="•"/>
          </a:pPr>
          <a:r>
            <a:rPr lang="en-MY" sz="800" kern="1200">
              <a:latin typeface="+mj-lt"/>
            </a:rPr>
            <a:t>System Integration Test (SIT)</a:t>
          </a:r>
        </a:p>
      </dsp:txBody>
      <dsp:txXfrm>
        <a:off x="1167533" y="1823069"/>
        <a:ext cx="1104763" cy="1098000"/>
      </dsp:txXfrm>
    </dsp:sp>
    <dsp:sp modelId="{0B0693FC-3A3E-42CB-AB16-688CCC06EDA3}">
      <dsp:nvSpPr>
        <dsp:cNvPr id="0" name=""/>
        <dsp:cNvSpPr/>
      </dsp:nvSpPr>
      <dsp:spPr>
        <a:xfrm>
          <a:off x="2332487" y="1222800"/>
          <a:ext cx="1380954" cy="53357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10668" rIns="10668" bIns="10668" numCol="1" spcCol="1270" anchor="ctr" anchorCtr="0">
          <a:noAutofit/>
        </a:bodyPr>
        <a:lstStyle/>
        <a:p>
          <a:pPr marL="0" lvl="0" indent="0" algn="ctr" defTabSz="355600">
            <a:lnSpc>
              <a:spcPct val="90000"/>
            </a:lnSpc>
            <a:spcBef>
              <a:spcPct val="0"/>
            </a:spcBef>
            <a:spcAft>
              <a:spcPct val="35000"/>
            </a:spcAft>
            <a:buNone/>
          </a:pPr>
          <a:r>
            <a:rPr lang="en-MY" sz="800" kern="1200">
              <a:latin typeface="+mj-lt"/>
            </a:rPr>
            <a:t>Phase 1b - Establish Raw Layer/Data Extraction</a:t>
          </a:r>
        </a:p>
      </dsp:txBody>
      <dsp:txXfrm>
        <a:off x="2599273" y="1222800"/>
        <a:ext cx="847382" cy="533572"/>
      </dsp:txXfrm>
    </dsp:sp>
    <dsp:sp modelId="{7C6CB57B-22D2-4F1F-8710-E06589FB8BC4}">
      <dsp:nvSpPr>
        <dsp:cNvPr id="0" name=""/>
        <dsp:cNvSpPr/>
      </dsp:nvSpPr>
      <dsp:spPr>
        <a:xfrm>
          <a:off x="2332487" y="1823069"/>
          <a:ext cx="1104763" cy="109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355600">
            <a:lnSpc>
              <a:spcPct val="90000"/>
            </a:lnSpc>
            <a:spcBef>
              <a:spcPct val="0"/>
            </a:spcBef>
            <a:spcAft>
              <a:spcPct val="15000"/>
            </a:spcAft>
            <a:buChar char="•"/>
          </a:pPr>
          <a:r>
            <a:rPr lang="en-MY" sz="800" kern="1200">
              <a:solidFill>
                <a:srgbClr val="000000"/>
              </a:solidFill>
              <a:effectLst/>
              <a:latin typeface="+mj-lt"/>
              <a:ea typeface="Calibri" panose="020F0502020204030204" pitchFamily="34" charset="0"/>
            </a:rPr>
            <a:t>Metadata Driven Ingestion (MDI) Framework Design</a:t>
          </a:r>
          <a:endParaRPr lang="en-MY" sz="800" kern="1200">
            <a:latin typeface="+mj-lt"/>
          </a:endParaRPr>
        </a:p>
        <a:p>
          <a:pPr marL="57150" lvl="1" indent="-57150" algn="l" defTabSz="355600">
            <a:lnSpc>
              <a:spcPct val="90000"/>
            </a:lnSpc>
            <a:spcBef>
              <a:spcPct val="0"/>
            </a:spcBef>
            <a:spcAft>
              <a:spcPct val="15000"/>
            </a:spcAft>
            <a:buChar char="•"/>
          </a:pPr>
          <a:r>
            <a:rPr lang="en-MY" sz="800" kern="1200">
              <a:solidFill>
                <a:srgbClr val="000000"/>
              </a:solidFill>
              <a:effectLst/>
              <a:latin typeface="+mj-lt"/>
              <a:ea typeface="Calibri" panose="020F0502020204030204" pitchFamily="34" charset="0"/>
            </a:rPr>
            <a:t>Data Pipeline Development (MDI)</a:t>
          </a:r>
        </a:p>
        <a:p>
          <a:pPr marL="57150" lvl="1" indent="-57150" algn="l" defTabSz="355600">
            <a:lnSpc>
              <a:spcPct val="90000"/>
            </a:lnSpc>
            <a:spcBef>
              <a:spcPct val="0"/>
            </a:spcBef>
            <a:spcAft>
              <a:spcPct val="15000"/>
            </a:spcAft>
            <a:buChar char="•"/>
          </a:pPr>
          <a:r>
            <a:rPr lang="en-MY" sz="800" kern="1200">
              <a:solidFill>
                <a:srgbClr val="000000"/>
              </a:solidFill>
              <a:effectLst/>
              <a:latin typeface="+mj-lt"/>
              <a:ea typeface="Calibri" panose="020F0502020204030204" pitchFamily="34" charset="0"/>
            </a:rPr>
            <a:t>Technical Documentation</a:t>
          </a:r>
        </a:p>
        <a:p>
          <a:pPr marL="57150" lvl="1" indent="-57150" algn="l" defTabSz="355600">
            <a:lnSpc>
              <a:spcPct val="90000"/>
            </a:lnSpc>
            <a:spcBef>
              <a:spcPct val="0"/>
            </a:spcBef>
            <a:spcAft>
              <a:spcPct val="15000"/>
            </a:spcAft>
            <a:buChar char="•"/>
          </a:pPr>
          <a:r>
            <a:rPr lang="en-MY" sz="800" kern="1200">
              <a:solidFill>
                <a:srgbClr val="000000"/>
              </a:solidFill>
              <a:effectLst/>
              <a:latin typeface="+mj-lt"/>
              <a:ea typeface="Calibri" panose="020F0502020204030204" pitchFamily="34" charset="0"/>
            </a:rPr>
            <a:t>User Acceptance Test (UAT)</a:t>
          </a:r>
        </a:p>
      </dsp:txBody>
      <dsp:txXfrm>
        <a:off x="2332487" y="1823069"/>
        <a:ext cx="1104763" cy="1098000"/>
      </dsp:txXfrm>
    </dsp:sp>
    <dsp:sp modelId="{831BE916-3024-4B3B-BC3D-1C08E0FFCCF4}">
      <dsp:nvSpPr>
        <dsp:cNvPr id="0" name=""/>
        <dsp:cNvSpPr/>
      </dsp:nvSpPr>
      <dsp:spPr>
        <a:xfrm>
          <a:off x="3497441" y="1222800"/>
          <a:ext cx="1380954" cy="53357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10668" rIns="10668" bIns="10668" numCol="1" spcCol="1270" anchor="ctr" anchorCtr="0">
          <a:noAutofit/>
        </a:bodyPr>
        <a:lstStyle/>
        <a:p>
          <a:pPr marL="0" lvl="0" indent="0" algn="ctr" defTabSz="355600">
            <a:lnSpc>
              <a:spcPct val="90000"/>
            </a:lnSpc>
            <a:spcBef>
              <a:spcPct val="0"/>
            </a:spcBef>
            <a:spcAft>
              <a:spcPct val="35000"/>
            </a:spcAft>
            <a:buNone/>
          </a:pPr>
          <a:r>
            <a:rPr lang="en-MY" sz="800" kern="1200">
              <a:latin typeface="+mj-lt"/>
            </a:rPr>
            <a:t>Phase 1c - Establish Harmonized Layer/Data Transformation</a:t>
          </a:r>
          <a:endParaRPr lang="en-MY" sz="800" kern="1200">
            <a:solidFill>
              <a:schemeClr val="bg1"/>
            </a:solidFill>
            <a:latin typeface="+mj-lt"/>
          </a:endParaRPr>
        </a:p>
      </dsp:txBody>
      <dsp:txXfrm>
        <a:off x="3764227" y="1222800"/>
        <a:ext cx="847382" cy="533572"/>
      </dsp:txXfrm>
    </dsp:sp>
    <dsp:sp modelId="{E99E96E2-DB33-427D-BEA3-6A1FFEA90F74}">
      <dsp:nvSpPr>
        <dsp:cNvPr id="0" name=""/>
        <dsp:cNvSpPr/>
      </dsp:nvSpPr>
      <dsp:spPr>
        <a:xfrm>
          <a:off x="3497441" y="1823069"/>
          <a:ext cx="1104763" cy="109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355600">
            <a:lnSpc>
              <a:spcPct val="90000"/>
            </a:lnSpc>
            <a:spcBef>
              <a:spcPct val="0"/>
            </a:spcBef>
            <a:spcAft>
              <a:spcPct val="15000"/>
            </a:spcAft>
            <a:buChar char="•"/>
          </a:pPr>
          <a:r>
            <a:rPr lang="en-MY" sz="800" b="0" i="0" u="none" kern="1200"/>
            <a:t>Data Model Design</a:t>
          </a:r>
          <a:endParaRPr lang="en-MY" sz="800" kern="1200">
            <a:latin typeface="+mj-lt"/>
          </a:endParaRPr>
        </a:p>
        <a:p>
          <a:pPr marL="57150" lvl="1" indent="-57150" algn="l" defTabSz="355600">
            <a:lnSpc>
              <a:spcPct val="90000"/>
            </a:lnSpc>
            <a:spcBef>
              <a:spcPct val="0"/>
            </a:spcBef>
            <a:spcAft>
              <a:spcPct val="15000"/>
            </a:spcAft>
            <a:buChar char="•"/>
          </a:pPr>
          <a:r>
            <a:rPr lang="en-MY" sz="800" b="0" i="0" u="none" kern="1200"/>
            <a:t>Data Model Development</a:t>
          </a:r>
        </a:p>
        <a:p>
          <a:pPr marL="57150" lvl="1" indent="-57150" algn="l" defTabSz="355600">
            <a:lnSpc>
              <a:spcPct val="90000"/>
            </a:lnSpc>
            <a:spcBef>
              <a:spcPct val="0"/>
            </a:spcBef>
            <a:spcAft>
              <a:spcPct val="15000"/>
            </a:spcAft>
            <a:buChar char="•"/>
          </a:pPr>
          <a:r>
            <a:rPr lang="en-MY" sz="800" b="0" i="0" u="none" kern="1200"/>
            <a:t>Technical Documentation</a:t>
          </a:r>
        </a:p>
        <a:p>
          <a:pPr marL="57150" lvl="1" indent="-57150" algn="l" defTabSz="355600">
            <a:lnSpc>
              <a:spcPct val="90000"/>
            </a:lnSpc>
            <a:spcBef>
              <a:spcPct val="0"/>
            </a:spcBef>
            <a:spcAft>
              <a:spcPct val="15000"/>
            </a:spcAft>
            <a:buChar char="•"/>
          </a:pPr>
          <a:r>
            <a:rPr lang="en-MY" sz="800" b="0" i="0" u="none" kern="1200"/>
            <a:t>User Acceptance Test (UAT)</a:t>
          </a:r>
        </a:p>
      </dsp:txBody>
      <dsp:txXfrm>
        <a:off x="3497441" y="1823069"/>
        <a:ext cx="1104763" cy="1098000"/>
      </dsp:txXfrm>
    </dsp:sp>
    <dsp:sp modelId="{2ED57444-1B68-4E2E-9412-907A73610B13}">
      <dsp:nvSpPr>
        <dsp:cNvPr id="0" name=""/>
        <dsp:cNvSpPr/>
      </dsp:nvSpPr>
      <dsp:spPr>
        <a:xfrm>
          <a:off x="4662396" y="1222800"/>
          <a:ext cx="1380954" cy="53357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10668" rIns="10668" bIns="10668" numCol="1" spcCol="1270" anchor="ctr" anchorCtr="0">
          <a:noAutofit/>
        </a:bodyPr>
        <a:lstStyle/>
        <a:p>
          <a:pPr marL="0" lvl="0" indent="0" algn="ctr" defTabSz="355600">
            <a:lnSpc>
              <a:spcPct val="90000"/>
            </a:lnSpc>
            <a:spcBef>
              <a:spcPct val="0"/>
            </a:spcBef>
            <a:spcAft>
              <a:spcPct val="35000"/>
            </a:spcAft>
            <a:buNone/>
          </a:pPr>
          <a:r>
            <a:rPr lang="en-MY" sz="800" b="0" i="0" u="none" kern="1200"/>
            <a:t>Phase 1d - Establish Data Mart Layer/Data Loading</a:t>
          </a:r>
        </a:p>
      </dsp:txBody>
      <dsp:txXfrm>
        <a:off x="4929182" y="1222800"/>
        <a:ext cx="847382" cy="533572"/>
      </dsp:txXfrm>
    </dsp:sp>
    <dsp:sp modelId="{2B9AB306-9928-412F-B99A-417B0DA7A13B}">
      <dsp:nvSpPr>
        <dsp:cNvPr id="0" name=""/>
        <dsp:cNvSpPr/>
      </dsp:nvSpPr>
      <dsp:spPr>
        <a:xfrm>
          <a:off x="4662396" y="1823069"/>
          <a:ext cx="1104763" cy="109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355600">
            <a:lnSpc>
              <a:spcPct val="90000"/>
            </a:lnSpc>
            <a:spcBef>
              <a:spcPct val="0"/>
            </a:spcBef>
            <a:spcAft>
              <a:spcPct val="15000"/>
            </a:spcAft>
            <a:buChar char="•"/>
          </a:pPr>
          <a:r>
            <a:rPr lang="en-MY" sz="800" b="0" i="0" u="none" kern="1200"/>
            <a:t>Data Mart Design</a:t>
          </a:r>
        </a:p>
        <a:p>
          <a:pPr marL="57150" lvl="1" indent="-57150" algn="l" defTabSz="355600">
            <a:lnSpc>
              <a:spcPct val="90000"/>
            </a:lnSpc>
            <a:spcBef>
              <a:spcPct val="0"/>
            </a:spcBef>
            <a:spcAft>
              <a:spcPct val="15000"/>
            </a:spcAft>
            <a:buChar char="•"/>
          </a:pPr>
          <a:r>
            <a:rPr lang="en-MY" sz="800" b="0" i="0" u="none" kern="1200"/>
            <a:t>Data Mart Development</a:t>
          </a:r>
        </a:p>
        <a:p>
          <a:pPr marL="57150" lvl="1" indent="-57150" algn="l" defTabSz="355600">
            <a:lnSpc>
              <a:spcPct val="90000"/>
            </a:lnSpc>
            <a:spcBef>
              <a:spcPct val="0"/>
            </a:spcBef>
            <a:spcAft>
              <a:spcPct val="15000"/>
            </a:spcAft>
            <a:buChar char="•"/>
          </a:pPr>
          <a:r>
            <a:rPr lang="en-MY" sz="800" b="0" i="0" u="none" kern="1200"/>
            <a:t>Technical Documentation</a:t>
          </a:r>
        </a:p>
        <a:p>
          <a:pPr marL="57150" lvl="1" indent="-57150" algn="l" defTabSz="355600">
            <a:lnSpc>
              <a:spcPct val="90000"/>
            </a:lnSpc>
            <a:spcBef>
              <a:spcPct val="0"/>
            </a:spcBef>
            <a:spcAft>
              <a:spcPct val="15000"/>
            </a:spcAft>
            <a:buChar char="•"/>
          </a:pPr>
          <a:r>
            <a:rPr lang="en-MY" sz="800" b="0" i="0" u="none" kern="1200"/>
            <a:t>User Acceptance Test (UAT)</a:t>
          </a:r>
        </a:p>
      </dsp:txBody>
      <dsp:txXfrm>
        <a:off x="4662396" y="1823069"/>
        <a:ext cx="1104763" cy="1098000"/>
      </dsp:txXfrm>
    </dsp:sp>
    <dsp:sp modelId="{777672B6-5F4C-488C-B5ED-83A3236FDB62}">
      <dsp:nvSpPr>
        <dsp:cNvPr id="0" name=""/>
        <dsp:cNvSpPr/>
      </dsp:nvSpPr>
      <dsp:spPr>
        <a:xfrm>
          <a:off x="5827350" y="1222800"/>
          <a:ext cx="1380954" cy="53357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10668" rIns="10668" bIns="10668" numCol="1" spcCol="1270" anchor="ctr" anchorCtr="0">
          <a:noAutofit/>
        </a:bodyPr>
        <a:lstStyle/>
        <a:p>
          <a:pPr marL="0" lvl="0" indent="0" algn="ctr" defTabSz="355600">
            <a:lnSpc>
              <a:spcPct val="90000"/>
            </a:lnSpc>
            <a:spcBef>
              <a:spcPct val="0"/>
            </a:spcBef>
            <a:spcAft>
              <a:spcPct val="35000"/>
            </a:spcAft>
            <a:buNone/>
          </a:pPr>
          <a:r>
            <a:rPr lang="en-MY" sz="800" kern="1200"/>
            <a:t>Phase 1e - Data Catalogue</a:t>
          </a:r>
        </a:p>
      </dsp:txBody>
      <dsp:txXfrm>
        <a:off x="6094136" y="1222800"/>
        <a:ext cx="847382" cy="533572"/>
      </dsp:txXfrm>
    </dsp:sp>
    <dsp:sp modelId="{20BF96C6-968B-4F0B-9D6D-562DDD7D80DC}">
      <dsp:nvSpPr>
        <dsp:cNvPr id="0" name=""/>
        <dsp:cNvSpPr/>
      </dsp:nvSpPr>
      <dsp:spPr>
        <a:xfrm>
          <a:off x="5827350" y="1823069"/>
          <a:ext cx="1104763" cy="109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355600">
            <a:lnSpc>
              <a:spcPct val="90000"/>
            </a:lnSpc>
            <a:spcBef>
              <a:spcPct val="0"/>
            </a:spcBef>
            <a:spcAft>
              <a:spcPct val="15000"/>
            </a:spcAft>
            <a:buChar char="•"/>
          </a:pPr>
          <a:r>
            <a:rPr lang="en-MY" sz="800" kern="1200"/>
            <a:t>Design Data Governnace and Quality Control per best practices</a:t>
          </a:r>
        </a:p>
        <a:p>
          <a:pPr marL="57150" lvl="1" indent="-57150" algn="l" defTabSz="355600">
            <a:lnSpc>
              <a:spcPct val="90000"/>
            </a:lnSpc>
            <a:spcBef>
              <a:spcPct val="0"/>
            </a:spcBef>
            <a:spcAft>
              <a:spcPct val="15000"/>
            </a:spcAft>
            <a:buChar char="•"/>
          </a:pPr>
          <a:r>
            <a:rPr lang="en-MY" sz="800" kern="1200"/>
            <a:t>Build Data Catalogue as per best practices</a:t>
          </a:r>
        </a:p>
        <a:p>
          <a:pPr marL="57150" lvl="1" indent="-57150" algn="l" defTabSz="355600">
            <a:lnSpc>
              <a:spcPct val="90000"/>
            </a:lnSpc>
            <a:spcBef>
              <a:spcPct val="0"/>
            </a:spcBef>
            <a:spcAft>
              <a:spcPct val="15000"/>
            </a:spcAft>
            <a:buChar char="•"/>
          </a:pPr>
          <a:r>
            <a:rPr lang="en-MY" sz="800" kern="1200"/>
            <a:t>Technical Documentation</a:t>
          </a:r>
        </a:p>
        <a:p>
          <a:pPr marL="57150" lvl="1" indent="-57150" algn="l" defTabSz="355600">
            <a:lnSpc>
              <a:spcPct val="90000"/>
            </a:lnSpc>
            <a:spcBef>
              <a:spcPct val="0"/>
            </a:spcBef>
            <a:spcAft>
              <a:spcPct val="15000"/>
            </a:spcAft>
            <a:buChar char="•"/>
          </a:pPr>
          <a:r>
            <a:rPr lang="en-MY" sz="800" kern="1200"/>
            <a:t>User Acceptance Test (UAT)</a:t>
          </a:r>
        </a:p>
      </dsp:txBody>
      <dsp:txXfrm>
        <a:off x="5827350" y="1823069"/>
        <a:ext cx="1104763" cy="1098000"/>
      </dsp:txXfrm>
    </dsp:sp>
    <dsp:sp modelId="{CFF73852-C36E-534B-BF0E-36610B6A1A87}">
      <dsp:nvSpPr>
        <dsp:cNvPr id="0" name=""/>
        <dsp:cNvSpPr/>
      </dsp:nvSpPr>
      <dsp:spPr>
        <a:xfrm>
          <a:off x="6992304" y="1222800"/>
          <a:ext cx="1380954" cy="53357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10668" rIns="10668" bIns="10668" numCol="1" spcCol="1270" anchor="ctr" anchorCtr="0">
          <a:noAutofit/>
        </a:bodyPr>
        <a:lstStyle/>
        <a:p>
          <a:pPr marL="0" lvl="0" indent="0" algn="ctr" defTabSz="355600">
            <a:lnSpc>
              <a:spcPct val="90000"/>
            </a:lnSpc>
            <a:spcBef>
              <a:spcPct val="0"/>
            </a:spcBef>
            <a:spcAft>
              <a:spcPct val="35000"/>
            </a:spcAft>
            <a:buNone/>
          </a:pPr>
          <a:r>
            <a:rPr lang="en-MY" sz="800" kern="1200">
              <a:solidFill>
                <a:schemeClr val="bg1"/>
              </a:solidFill>
              <a:latin typeface="+mj-lt"/>
            </a:rPr>
            <a:t>Phase 1f - Application Modernization</a:t>
          </a:r>
        </a:p>
      </dsp:txBody>
      <dsp:txXfrm>
        <a:off x="7259090" y="1222800"/>
        <a:ext cx="847382" cy="533572"/>
      </dsp:txXfrm>
    </dsp:sp>
    <dsp:sp modelId="{03204C04-BFFD-674A-80E3-73A33D5288EF}">
      <dsp:nvSpPr>
        <dsp:cNvPr id="0" name=""/>
        <dsp:cNvSpPr/>
      </dsp:nvSpPr>
      <dsp:spPr>
        <a:xfrm>
          <a:off x="6992304" y="1823069"/>
          <a:ext cx="1104763" cy="109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MY" sz="800" b="0" i="0" u="none" kern="1200"/>
            <a:t>UIUX design deliverables and verification</a:t>
          </a:r>
          <a:endParaRPr lang="en-MY" sz="800" kern="1200">
            <a:solidFill>
              <a:schemeClr val="tx1"/>
            </a:solidFill>
            <a:latin typeface="+mj-lt"/>
          </a:endParaRPr>
        </a:p>
        <a:p>
          <a:pPr marL="57150" lvl="1" indent="-57150" algn="l" defTabSz="355600">
            <a:lnSpc>
              <a:spcPct val="90000"/>
            </a:lnSpc>
            <a:spcBef>
              <a:spcPct val="0"/>
            </a:spcBef>
            <a:spcAft>
              <a:spcPct val="15000"/>
            </a:spcAft>
            <a:buFont typeface="Arial" panose="020B0604020202020204" pitchFamily="34" charset="0"/>
            <a:buChar char="•"/>
          </a:pPr>
          <a:r>
            <a:rPr lang="en-MY" sz="800" b="0" i="0" u="none" kern="1200"/>
            <a:t>To produce the high level and low level design document</a:t>
          </a:r>
        </a:p>
        <a:p>
          <a:pPr marL="57150" lvl="1" indent="-57150" algn="l" defTabSz="355600">
            <a:lnSpc>
              <a:spcPct val="90000"/>
            </a:lnSpc>
            <a:spcBef>
              <a:spcPct val="0"/>
            </a:spcBef>
            <a:spcAft>
              <a:spcPct val="15000"/>
            </a:spcAft>
            <a:buFont typeface="Arial" panose="020B0604020202020204" pitchFamily="34" charset="0"/>
            <a:buChar char="•"/>
          </a:pPr>
          <a:r>
            <a:rPr lang="en-MY" sz="800" b="0" i="0" u="none" kern="1200"/>
            <a:t>Application Modernization</a:t>
          </a:r>
        </a:p>
        <a:p>
          <a:pPr marL="57150" lvl="1" indent="-57150" algn="l" defTabSz="355600">
            <a:lnSpc>
              <a:spcPct val="90000"/>
            </a:lnSpc>
            <a:spcBef>
              <a:spcPct val="0"/>
            </a:spcBef>
            <a:spcAft>
              <a:spcPct val="15000"/>
            </a:spcAft>
            <a:buFont typeface="Arial" panose="020B0604020202020204" pitchFamily="34" charset="0"/>
            <a:buChar char="•"/>
          </a:pPr>
          <a:r>
            <a:rPr lang="en-MY" sz="800" b="0" i="0" u="none" kern="1200"/>
            <a:t>User Acceptance Testing</a:t>
          </a:r>
        </a:p>
      </dsp:txBody>
      <dsp:txXfrm>
        <a:off x="6992304" y="1823069"/>
        <a:ext cx="1104763" cy="1098000"/>
      </dsp:txXfrm>
    </dsp:sp>
    <dsp:sp modelId="{A1819E31-9106-154E-9ADB-D072F506357E}">
      <dsp:nvSpPr>
        <dsp:cNvPr id="0" name=""/>
        <dsp:cNvSpPr/>
      </dsp:nvSpPr>
      <dsp:spPr>
        <a:xfrm>
          <a:off x="8157259" y="1222800"/>
          <a:ext cx="1380954" cy="53357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10668" rIns="10668" bIns="10668" numCol="1" spcCol="1270" anchor="ctr" anchorCtr="0">
          <a:noAutofit/>
        </a:bodyPr>
        <a:lstStyle/>
        <a:p>
          <a:pPr marL="0" lvl="0" indent="0" algn="ctr" defTabSz="355600">
            <a:lnSpc>
              <a:spcPct val="90000"/>
            </a:lnSpc>
            <a:spcBef>
              <a:spcPct val="0"/>
            </a:spcBef>
            <a:spcAft>
              <a:spcPct val="35000"/>
            </a:spcAft>
            <a:buFont typeface="Arial" panose="020B0604020202020204" pitchFamily="34" charset="0"/>
            <a:buNone/>
          </a:pPr>
          <a:r>
            <a:rPr lang="en-MY" sz="800" b="0" i="0" u="none" kern="1200"/>
            <a:t>Phase 1g - Post Implementation</a:t>
          </a:r>
        </a:p>
      </dsp:txBody>
      <dsp:txXfrm>
        <a:off x="8424045" y="1222800"/>
        <a:ext cx="847382" cy="533572"/>
      </dsp:txXfrm>
    </dsp:sp>
    <dsp:sp modelId="{E6293091-4CC3-B247-9A3B-C8D5975024C7}">
      <dsp:nvSpPr>
        <dsp:cNvPr id="0" name=""/>
        <dsp:cNvSpPr/>
      </dsp:nvSpPr>
      <dsp:spPr>
        <a:xfrm>
          <a:off x="8157259" y="1823069"/>
          <a:ext cx="1104763" cy="109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MY" sz="800" b="0" i="0" u="none" kern="1200"/>
            <a:t>Production Deployment</a:t>
          </a:r>
        </a:p>
        <a:p>
          <a:pPr marL="57150" lvl="1" indent="-57150" algn="l" defTabSz="355600">
            <a:lnSpc>
              <a:spcPct val="90000"/>
            </a:lnSpc>
            <a:spcBef>
              <a:spcPct val="0"/>
            </a:spcBef>
            <a:spcAft>
              <a:spcPct val="15000"/>
            </a:spcAft>
            <a:buFont typeface="Arial" panose="020B0604020202020204" pitchFamily="34" charset="0"/>
            <a:buChar char="•"/>
          </a:pPr>
          <a:r>
            <a:rPr lang="en-MY" sz="800" b="0" i="0" u="none" kern="1200"/>
            <a:t>System Go Live</a:t>
          </a:r>
        </a:p>
        <a:p>
          <a:pPr marL="57150" lvl="1" indent="-57150" algn="l" defTabSz="355600">
            <a:lnSpc>
              <a:spcPct val="90000"/>
            </a:lnSpc>
            <a:spcBef>
              <a:spcPct val="0"/>
            </a:spcBef>
            <a:spcAft>
              <a:spcPct val="15000"/>
            </a:spcAft>
            <a:buFont typeface="Arial" panose="020B0604020202020204" pitchFamily="34" charset="0"/>
            <a:buChar char="•"/>
          </a:pPr>
          <a:r>
            <a:rPr lang="en-MY" sz="800" b="0" i="0" u="none" kern="1200"/>
            <a:t>Prepare Documentations</a:t>
          </a:r>
        </a:p>
        <a:p>
          <a:pPr marL="57150" lvl="1" indent="-57150" algn="l" defTabSz="355600">
            <a:lnSpc>
              <a:spcPct val="90000"/>
            </a:lnSpc>
            <a:spcBef>
              <a:spcPct val="0"/>
            </a:spcBef>
            <a:spcAft>
              <a:spcPct val="15000"/>
            </a:spcAft>
            <a:buFont typeface="Arial" panose="020B0604020202020204" pitchFamily="34" charset="0"/>
            <a:buChar char="•"/>
          </a:pPr>
          <a:r>
            <a:rPr lang="en-MY" sz="800" b="0" i="0" u="none" kern="1200"/>
            <a:t>Conduct Knowledge Transfer Sessions</a:t>
          </a:r>
        </a:p>
        <a:p>
          <a:pPr marL="57150" lvl="1" indent="-57150" algn="l" defTabSz="355600">
            <a:lnSpc>
              <a:spcPct val="90000"/>
            </a:lnSpc>
            <a:spcBef>
              <a:spcPct val="0"/>
            </a:spcBef>
            <a:spcAft>
              <a:spcPct val="15000"/>
            </a:spcAft>
            <a:buFont typeface="Arial" panose="020B0604020202020204" pitchFamily="34" charset="0"/>
            <a:buChar char="•"/>
          </a:pPr>
          <a:r>
            <a:rPr lang="en-MY" sz="800" b="0" i="0" u="none" kern="1200"/>
            <a:t>Post Implementation Review</a:t>
          </a:r>
        </a:p>
      </dsp:txBody>
      <dsp:txXfrm>
        <a:off x="8157259" y="1823069"/>
        <a:ext cx="1104763" cy="1098000"/>
      </dsp:txXfrm>
    </dsp:sp>
    <dsp:sp modelId="{5C247E35-6B4E-45FC-A1F8-6A5F817DEBE7}">
      <dsp:nvSpPr>
        <dsp:cNvPr id="0" name=""/>
        <dsp:cNvSpPr/>
      </dsp:nvSpPr>
      <dsp:spPr>
        <a:xfrm>
          <a:off x="9322213" y="1222800"/>
          <a:ext cx="1380954" cy="53357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10668" rIns="10668" bIns="10668" numCol="1" spcCol="1270" anchor="ctr" anchorCtr="0">
          <a:noAutofit/>
        </a:bodyPr>
        <a:lstStyle/>
        <a:p>
          <a:pPr marL="0" lvl="0" indent="0" algn="ctr" defTabSz="355600">
            <a:lnSpc>
              <a:spcPct val="90000"/>
            </a:lnSpc>
            <a:spcBef>
              <a:spcPct val="0"/>
            </a:spcBef>
            <a:spcAft>
              <a:spcPct val="35000"/>
            </a:spcAft>
            <a:buNone/>
          </a:pPr>
          <a:r>
            <a:rPr lang="en-MY" sz="800" kern="1200"/>
            <a:t>Phase 1h - Training</a:t>
          </a:r>
        </a:p>
      </dsp:txBody>
      <dsp:txXfrm>
        <a:off x="9588999" y="1222800"/>
        <a:ext cx="847382" cy="533572"/>
      </dsp:txXfrm>
    </dsp:sp>
    <dsp:sp modelId="{98A098DB-4741-41F1-9F13-F84F4B3CBB59}">
      <dsp:nvSpPr>
        <dsp:cNvPr id="0" name=""/>
        <dsp:cNvSpPr/>
      </dsp:nvSpPr>
      <dsp:spPr>
        <a:xfrm>
          <a:off x="9322213" y="1823069"/>
          <a:ext cx="1104763" cy="109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355600">
            <a:lnSpc>
              <a:spcPct val="90000"/>
            </a:lnSpc>
            <a:spcBef>
              <a:spcPct val="0"/>
            </a:spcBef>
            <a:spcAft>
              <a:spcPct val="15000"/>
            </a:spcAft>
            <a:buChar char="•"/>
          </a:pPr>
          <a:r>
            <a:rPr lang="en-MY" sz="800" b="0" i="0" u="none" kern="1200"/>
            <a:t>Training</a:t>
          </a:r>
          <a:endParaRPr lang="en-MY" sz="800" kern="1200"/>
        </a:p>
      </dsp:txBody>
      <dsp:txXfrm>
        <a:off x="9322213" y="1823069"/>
        <a:ext cx="1104763" cy="1098000"/>
      </dsp:txXfrm>
    </dsp:sp>
    <dsp:sp modelId="{3A5B7711-A7B1-41C5-89D4-205FEB328B16}">
      <dsp:nvSpPr>
        <dsp:cNvPr id="0" name=""/>
        <dsp:cNvSpPr/>
      </dsp:nvSpPr>
      <dsp:spPr>
        <a:xfrm>
          <a:off x="10487167" y="1222800"/>
          <a:ext cx="1380954" cy="53357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10668" rIns="10668" bIns="10668" numCol="1" spcCol="1270" anchor="ctr" anchorCtr="0">
          <a:noAutofit/>
        </a:bodyPr>
        <a:lstStyle/>
        <a:p>
          <a:pPr marL="0" lvl="0" indent="0" algn="ctr" defTabSz="355600">
            <a:lnSpc>
              <a:spcPct val="90000"/>
            </a:lnSpc>
            <a:spcBef>
              <a:spcPct val="0"/>
            </a:spcBef>
            <a:spcAft>
              <a:spcPct val="35000"/>
            </a:spcAft>
            <a:buNone/>
          </a:pPr>
          <a:r>
            <a:rPr lang="en-US" sz="800" kern="1200">
              <a:effectLst/>
              <a:latin typeface="+mj-lt"/>
              <a:ea typeface="Calibri" panose="020F0502020204030204" pitchFamily="34" charset="0"/>
            </a:rPr>
            <a:t>Project Closure</a:t>
          </a:r>
          <a:endParaRPr lang="en-MY" sz="800" kern="1200"/>
        </a:p>
      </dsp:txBody>
      <dsp:txXfrm>
        <a:off x="10753953" y="1222800"/>
        <a:ext cx="847382" cy="533572"/>
      </dsp:txXfrm>
    </dsp:sp>
    <dsp:sp modelId="{29C24664-33D2-4985-8969-D7C718ADDFD4}">
      <dsp:nvSpPr>
        <dsp:cNvPr id="0" name=""/>
        <dsp:cNvSpPr/>
      </dsp:nvSpPr>
      <dsp:spPr>
        <a:xfrm>
          <a:off x="10487167" y="1823069"/>
          <a:ext cx="1104763" cy="109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355600">
            <a:lnSpc>
              <a:spcPct val="90000"/>
            </a:lnSpc>
            <a:spcBef>
              <a:spcPct val="0"/>
            </a:spcBef>
            <a:spcAft>
              <a:spcPct val="15000"/>
            </a:spcAft>
            <a:buChar char="•"/>
          </a:pPr>
          <a:r>
            <a:rPr lang="en-MY" sz="800" b="0" i="0" u="none" kern="1200"/>
            <a:t>Project Closure</a:t>
          </a:r>
          <a:endParaRPr lang="en-MY" sz="800" kern="1200"/>
        </a:p>
        <a:p>
          <a:pPr marL="57150" lvl="1" indent="-57150" algn="l" defTabSz="355600">
            <a:lnSpc>
              <a:spcPct val="90000"/>
            </a:lnSpc>
            <a:spcBef>
              <a:spcPct val="0"/>
            </a:spcBef>
            <a:spcAft>
              <a:spcPct val="15000"/>
            </a:spcAft>
            <a:buChar char="•"/>
          </a:pPr>
          <a:r>
            <a:rPr lang="en-MY" sz="800" b="0" i="0" u="none" kern="1200"/>
            <a:t>Transition to Support and Warranty</a:t>
          </a:r>
        </a:p>
      </dsp:txBody>
      <dsp:txXfrm>
        <a:off x="10487167" y="1823069"/>
        <a:ext cx="1104763" cy="1098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153074-6DFF-44A5-88F0-21058EA6BCB6}">
      <dsp:nvSpPr>
        <dsp:cNvPr id="0" name=""/>
        <dsp:cNvSpPr/>
      </dsp:nvSpPr>
      <dsp:spPr>
        <a:xfrm>
          <a:off x="5741911" y="2617964"/>
          <a:ext cx="2616417" cy="454089"/>
        </a:xfrm>
        <a:custGeom>
          <a:avLst/>
          <a:gdLst/>
          <a:ahLst/>
          <a:cxnLst/>
          <a:rect l="0" t="0" r="0" b="0"/>
          <a:pathLst>
            <a:path>
              <a:moveTo>
                <a:pt x="0" y="0"/>
              </a:moveTo>
              <a:lnTo>
                <a:pt x="0" y="227044"/>
              </a:lnTo>
              <a:lnTo>
                <a:pt x="2616417" y="227044"/>
              </a:lnTo>
              <a:lnTo>
                <a:pt x="2616417" y="45408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A401AA-7259-40DC-AF1F-9C5ED93A27F0}">
      <dsp:nvSpPr>
        <dsp:cNvPr id="0" name=""/>
        <dsp:cNvSpPr/>
      </dsp:nvSpPr>
      <dsp:spPr>
        <a:xfrm>
          <a:off x="5696191" y="2617964"/>
          <a:ext cx="91440" cy="454089"/>
        </a:xfrm>
        <a:custGeom>
          <a:avLst/>
          <a:gdLst/>
          <a:ahLst/>
          <a:cxnLst/>
          <a:rect l="0" t="0" r="0" b="0"/>
          <a:pathLst>
            <a:path>
              <a:moveTo>
                <a:pt x="45720" y="0"/>
              </a:moveTo>
              <a:lnTo>
                <a:pt x="45720" y="45408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8B5CB63-2C68-4BD0-821F-EEFC0D7A4B44}">
      <dsp:nvSpPr>
        <dsp:cNvPr id="0" name=""/>
        <dsp:cNvSpPr/>
      </dsp:nvSpPr>
      <dsp:spPr>
        <a:xfrm>
          <a:off x="3125494" y="2617964"/>
          <a:ext cx="2616417" cy="454089"/>
        </a:xfrm>
        <a:custGeom>
          <a:avLst/>
          <a:gdLst/>
          <a:ahLst/>
          <a:cxnLst/>
          <a:rect l="0" t="0" r="0" b="0"/>
          <a:pathLst>
            <a:path>
              <a:moveTo>
                <a:pt x="2616417" y="0"/>
              </a:moveTo>
              <a:lnTo>
                <a:pt x="2616417" y="227044"/>
              </a:lnTo>
              <a:lnTo>
                <a:pt x="0" y="227044"/>
              </a:lnTo>
              <a:lnTo>
                <a:pt x="0" y="45408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66F25E-FE69-451E-AE9B-E3ECEC5CE452}">
      <dsp:nvSpPr>
        <dsp:cNvPr id="0" name=""/>
        <dsp:cNvSpPr/>
      </dsp:nvSpPr>
      <dsp:spPr>
        <a:xfrm>
          <a:off x="5696191" y="1082710"/>
          <a:ext cx="91440" cy="454089"/>
        </a:xfrm>
        <a:custGeom>
          <a:avLst/>
          <a:gdLst/>
          <a:ahLst/>
          <a:cxnLst/>
          <a:rect l="0" t="0" r="0" b="0"/>
          <a:pathLst>
            <a:path>
              <a:moveTo>
                <a:pt x="45720" y="0"/>
              </a:moveTo>
              <a:lnTo>
                <a:pt x="45720" y="45408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23B215-C78F-4AC6-B681-28456E895250}">
      <dsp:nvSpPr>
        <dsp:cNvPr id="0" name=""/>
        <dsp:cNvSpPr/>
      </dsp:nvSpPr>
      <dsp:spPr>
        <a:xfrm>
          <a:off x="4660747" y="1546"/>
          <a:ext cx="2162328" cy="108116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MY" sz="2700" kern="1200"/>
            <a:t>Project Manager</a:t>
          </a:r>
        </a:p>
      </dsp:txBody>
      <dsp:txXfrm>
        <a:off x="4660747" y="1546"/>
        <a:ext cx="2162328" cy="1081164"/>
      </dsp:txXfrm>
    </dsp:sp>
    <dsp:sp modelId="{EBCA2AC1-EA18-4931-8B58-B6B294B952FC}">
      <dsp:nvSpPr>
        <dsp:cNvPr id="0" name=""/>
        <dsp:cNvSpPr/>
      </dsp:nvSpPr>
      <dsp:spPr>
        <a:xfrm>
          <a:off x="4660747" y="1536799"/>
          <a:ext cx="2162328" cy="108116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MY" sz="2700" kern="1200"/>
            <a:t>Tech Lead</a:t>
          </a:r>
        </a:p>
      </dsp:txBody>
      <dsp:txXfrm>
        <a:off x="4660747" y="1536799"/>
        <a:ext cx="2162328" cy="1081164"/>
      </dsp:txXfrm>
    </dsp:sp>
    <dsp:sp modelId="{9869D35D-87AF-473B-A2FA-B6889957C62B}">
      <dsp:nvSpPr>
        <dsp:cNvPr id="0" name=""/>
        <dsp:cNvSpPr/>
      </dsp:nvSpPr>
      <dsp:spPr>
        <a:xfrm>
          <a:off x="2044329" y="3072053"/>
          <a:ext cx="2162328" cy="108116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MY" sz="2700" kern="1200"/>
            <a:t>Solution Developer (EDP)</a:t>
          </a:r>
        </a:p>
      </dsp:txBody>
      <dsp:txXfrm>
        <a:off x="2044329" y="3072053"/>
        <a:ext cx="2162328" cy="1081164"/>
      </dsp:txXfrm>
    </dsp:sp>
    <dsp:sp modelId="{BEDDA9EC-239E-46E4-9C78-6E44E5AF0786}">
      <dsp:nvSpPr>
        <dsp:cNvPr id="0" name=""/>
        <dsp:cNvSpPr/>
      </dsp:nvSpPr>
      <dsp:spPr>
        <a:xfrm>
          <a:off x="4660747" y="3072053"/>
          <a:ext cx="2162328" cy="108116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MY" sz="2700" kern="1200"/>
            <a:t>Solution Developer (DG)</a:t>
          </a:r>
        </a:p>
      </dsp:txBody>
      <dsp:txXfrm>
        <a:off x="4660747" y="3072053"/>
        <a:ext cx="2162328" cy="1081164"/>
      </dsp:txXfrm>
    </dsp:sp>
    <dsp:sp modelId="{98EDE530-EAF8-43A0-B459-7E4C726F0AF6}">
      <dsp:nvSpPr>
        <dsp:cNvPr id="0" name=""/>
        <dsp:cNvSpPr/>
      </dsp:nvSpPr>
      <dsp:spPr>
        <a:xfrm>
          <a:off x="7277165" y="3072053"/>
          <a:ext cx="2162328" cy="108116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MY" sz="2700" kern="1200"/>
            <a:t>Solution Developer (AM)</a:t>
          </a:r>
        </a:p>
      </dsp:txBody>
      <dsp:txXfrm>
        <a:off x="7277165" y="3072053"/>
        <a:ext cx="2162328" cy="10811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984C4A-F413-406E-9885-286DA8D7246F}">
      <dsp:nvSpPr>
        <dsp:cNvPr id="0" name=""/>
        <dsp:cNvSpPr/>
      </dsp:nvSpPr>
      <dsp:spPr>
        <a:xfrm>
          <a:off x="7827649" y="2326300"/>
          <a:ext cx="887352" cy="422299"/>
        </a:xfrm>
        <a:custGeom>
          <a:avLst/>
          <a:gdLst/>
          <a:ahLst/>
          <a:cxnLst/>
          <a:rect l="0" t="0" r="0" b="0"/>
          <a:pathLst>
            <a:path>
              <a:moveTo>
                <a:pt x="0" y="0"/>
              </a:moveTo>
              <a:lnTo>
                <a:pt x="0" y="287784"/>
              </a:lnTo>
              <a:lnTo>
                <a:pt x="887352" y="287784"/>
              </a:lnTo>
              <a:lnTo>
                <a:pt x="887352" y="42229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5C0702B-058B-4091-A011-FEC8029E7517}">
      <dsp:nvSpPr>
        <dsp:cNvPr id="0" name=""/>
        <dsp:cNvSpPr/>
      </dsp:nvSpPr>
      <dsp:spPr>
        <a:xfrm>
          <a:off x="6940297" y="2326300"/>
          <a:ext cx="887352" cy="422299"/>
        </a:xfrm>
        <a:custGeom>
          <a:avLst/>
          <a:gdLst/>
          <a:ahLst/>
          <a:cxnLst/>
          <a:rect l="0" t="0" r="0" b="0"/>
          <a:pathLst>
            <a:path>
              <a:moveTo>
                <a:pt x="887352" y="0"/>
              </a:moveTo>
              <a:lnTo>
                <a:pt x="887352" y="287784"/>
              </a:lnTo>
              <a:lnTo>
                <a:pt x="0" y="287784"/>
              </a:lnTo>
              <a:lnTo>
                <a:pt x="0" y="42229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3B9FBA3-3020-4C5F-8E81-229244DDFFD4}">
      <dsp:nvSpPr>
        <dsp:cNvPr id="0" name=""/>
        <dsp:cNvSpPr/>
      </dsp:nvSpPr>
      <dsp:spPr>
        <a:xfrm>
          <a:off x="6940297" y="981961"/>
          <a:ext cx="887352" cy="422299"/>
        </a:xfrm>
        <a:custGeom>
          <a:avLst/>
          <a:gdLst/>
          <a:ahLst/>
          <a:cxnLst/>
          <a:rect l="0" t="0" r="0" b="0"/>
          <a:pathLst>
            <a:path>
              <a:moveTo>
                <a:pt x="0" y="0"/>
              </a:moveTo>
              <a:lnTo>
                <a:pt x="0" y="287784"/>
              </a:lnTo>
              <a:lnTo>
                <a:pt x="887352" y="287784"/>
              </a:lnTo>
              <a:lnTo>
                <a:pt x="887352" y="42229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A8454F-2F5D-4CA1-967D-4AC64874761D}">
      <dsp:nvSpPr>
        <dsp:cNvPr id="0" name=""/>
        <dsp:cNvSpPr/>
      </dsp:nvSpPr>
      <dsp:spPr>
        <a:xfrm>
          <a:off x="6052944" y="981961"/>
          <a:ext cx="887352" cy="422299"/>
        </a:xfrm>
        <a:custGeom>
          <a:avLst/>
          <a:gdLst/>
          <a:ahLst/>
          <a:cxnLst/>
          <a:rect l="0" t="0" r="0" b="0"/>
          <a:pathLst>
            <a:path>
              <a:moveTo>
                <a:pt x="887352" y="0"/>
              </a:moveTo>
              <a:lnTo>
                <a:pt x="887352" y="287784"/>
              </a:lnTo>
              <a:lnTo>
                <a:pt x="0" y="287784"/>
              </a:lnTo>
              <a:lnTo>
                <a:pt x="0" y="42229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B9D31C-5F44-4C45-935C-4DE8F46337AD}">
      <dsp:nvSpPr>
        <dsp:cNvPr id="0" name=""/>
        <dsp:cNvSpPr/>
      </dsp:nvSpPr>
      <dsp:spPr>
        <a:xfrm>
          <a:off x="2503534" y="981961"/>
          <a:ext cx="1774705" cy="422299"/>
        </a:xfrm>
        <a:custGeom>
          <a:avLst/>
          <a:gdLst/>
          <a:ahLst/>
          <a:cxnLst/>
          <a:rect l="0" t="0" r="0" b="0"/>
          <a:pathLst>
            <a:path>
              <a:moveTo>
                <a:pt x="0" y="0"/>
              </a:moveTo>
              <a:lnTo>
                <a:pt x="0" y="287784"/>
              </a:lnTo>
              <a:lnTo>
                <a:pt x="1774705" y="287784"/>
              </a:lnTo>
              <a:lnTo>
                <a:pt x="1774705" y="42229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A499D6-3BB1-4C03-9DB4-C6B41DEA0DD1}">
      <dsp:nvSpPr>
        <dsp:cNvPr id="0" name=""/>
        <dsp:cNvSpPr/>
      </dsp:nvSpPr>
      <dsp:spPr>
        <a:xfrm>
          <a:off x="2457814" y="2326300"/>
          <a:ext cx="91440" cy="422299"/>
        </a:xfrm>
        <a:custGeom>
          <a:avLst/>
          <a:gdLst/>
          <a:ahLst/>
          <a:cxnLst/>
          <a:rect l="0" t="0" r="0" b="0"/>
          <a:pathLst>
            <a:path>
              <a:moveTo>
                <a:pt x="45720" y="0"/>
              </a:moveTo>
              <a:lnTo>
                <a:pt x="45720" y="42229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33DCCE-644A-4E91-9F38-D4C81BF5459F}">
      <dsp:nvSpPr>
        <dsp:cNvPr id="0" name=""/>
        <dsp:cNvSpPr/>
      </dsp:nvSpPr>
      <dsp:spPr>
        <a:xfrm>
          <a:off x="2457814" y="981961"/>
          <a:ext cx="91440" cy="422299"/>
        </a:xfrm>
        <a:custGeom>
          <a:avLst/>
          <a:gdLst/>
          <a:ahLst/>
          <a:cxnLst/>
          <a:rect l="0" t="0" r="0" b="0"/>
          <a:pathLst>
            <a:path>
              <a:moveTo>
                <a:pt x="45720" y="0"/>
              </a:moveTo>
              <a:lnTo>
                <a:pt x="45720" y="42229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899423-47D0-4D59-99AC-10D33F1AEA69}">
      <dsp:nvSpPr>
        <dsp:cNvPr id="0" name=""/>
        <dsp:cNvSpPr/>
      </dsp:nvSpPr>
      <dsp:spPr>
        <a:xfrm>
          <a:off x="683109" y="2326300"/>
          <a:ext cx="91440" cy="422299"/>
        </a:xfrm>
        <a:custGeom>
          <a:avLst/>
          <a:gdLst/>
          <a:ahLst/>
          <a:cxnLst/>
          <a:rect l="0" t="0" r="0" b="0"/>
          <a:pathLst>
            <a:path>
              <a:moveTo>
                <a:pt x="45720" y="0"/>
              </a:moveTo>
              <a:lnTo>
                <a:pt x="45720" y="42229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5F4F59-1237-48CB-B655-CBFA4A42C30E}">
      <dsp:nvSpPr>
        <dsp:cNvPr id="0" name=""/>
        <dsp:cNvSpPr/>
      </dsp:nvSpPr>
      <dsp:spPr>
        <a:xfrm>
          <a:off x="728829" y="981961"/>
          <a:ext cx="1774705" cy="422299"/>
        </a:xfrm>
        <a:custGeom>
          <a:avLst/>
          <a:gdLst/>
          <a:ahLst/>
          <a:cxnLst/>
          <a:rect l="0" t="0" r="0" b="0"/>
          <a:pathLst>
            <a:path>
              <a:moveTo>
                <a:pt x="1774705" y="0"/>
              </a:moveTo>
              <a:lnTo>
                <a:pt x="1774705" y="287784"/>
              </a:lnTo>
              <a:lnTo>
                <a:pt x="0" y="287784"/>
              </a:lnTo>
              <a:lnTo>
                <a:pt x="0" y="42229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F7BA7A-A14D-428E-A9A5-DDD7BDFDC2B3}">
      <dsp:nvSpPr>
        <dsp:cNvPr id="0" name=""/>
        <dsp:cNvSpPr/>
      </dsp:nvSpPr>
      <dsp:spPr>
        <a:xfrm>
          <a:off x="1777519" y="59921"/>
          <a:ext cx="1452031" cy="9220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447614-D3E0-4D95-80B6-7589DFFBA116}">
      <dsp:nvSpPr>
        <dsp:cNvPr id="0" name=""/>
        <dsp:cNvSpPr/>
      </dsp:nvSpPr>
      <dsp:spPr>
        <a:xfrm>
          <a:off x="1938855" y="213191"/>
          <a:ext cx="1452031" cy="9220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Arial"/>
              <a:cs typeface="Arial"/>
            </a:rPr>
            <a:t>Meng Kwan, Project Lead</a:t>
          </a:r>
        </a:p>
      </dsp:txBody>
      <dsp:txXfrm>
        <a:off x="1965861" y="240197"/>
        <a:ext cx="1398019" cy="868027"/>
      </dsp:txXfrm>
    </dsp:sp>
    <dsp:sp modelId="{CAA53E31-1511-46D8-B607-CBF82B881E16}">
      <dsp:nvSpPr>
        <dsp:cNvPr id="0" name=""/>
        <dsp:cNvSpPr/>
      </dsp:nvSpPr>
      <dsp:spPr>
        <a:xfrm>
          <a:off x="2814" y="1404260"/>
          <a:ext cx="1452031" cy="9220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45965F-3C8E-464E-80EC-B97FAAE809EB}">
      <dsp:nvSpPr>
        <dsp:cNvPr id="0" name=""/>
        <dsp:cNvSpPr/>
      </dsp:nvSpPr>
      <dsp:spPr>
        <a:xfrm>
          <a:off x="164150" y="1557530"/>
          <a:ext cx="1452031" cy="9220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Arial"/>
              <a:cs typeface="Arial"/>
            </a:rPr>
            <a:t>Yen Lian, Senior Engineer</a:t>
          </a:r>
        </a:p>
      </dsp:txBody>
      <dsp:txXfrm>
        <a:off x="191156" y="1584536"/>
        <a:ext cx="1398019" cy="868027"/>
      </dsp:txXfrm>
    </dsp:sp>
    <dsp:sp modelId="{144D3DE5-1852-4076-8049-7E9036DE9B8F}">
      <dsp:nvSpPr>
        <dsp:cNvPr id="0" name=""/>
        <dsp:cNvSpPr/>
      </dsp:nvSpPr>
      <dsp:spPr>
        <a:xfrm>
          <a:off x="2814" y="2748599"/>
          <a:ext cx="1452031" cy="9220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9736C8-F53B-43E4-A389-DF183F16F9C0}">
      <dsp:nvSpPr>
        <dsp:cNvPr id="0" name=""/>
        <dsp:cNvSpPr/>
      </dsp:nvSpPr>
      <dsp:spPr>
        <a:xfrm>
          <a:off x="164150" y="2901869"/>
          <a:ext cx="1452031" cy="9220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Arial"/>
              <a:cs typeface="Arial"/>
            </a:rPr>
            <a:t>Yen Lian, Data Analyst</a:t>
          </a:r>
        </a:p>
      </dsp:txBody>
      <dsp:txXfrm>
        <a:off x="191156" y="2928875"/>
        <a:ext cx="1398019" cy="868027"/>
      </dsp:txXfrm>
    </dsp:sp>
    <dsp:sp modelId="{47CAF465-CCD9-469D-9887-16C40A30F276}">
      <dsp:nvSpPr>
        <dsp:cNvPr id="0" name=""/>
        <dsp:cNvSpPr/>
      </dsp:nvSpPr>
      <dsp:spPr>
        <a:xfrm>
          <a:off x="1777519" y="1404260"/>
          <a:ext cx="1452031" cy="9220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639F20-4352-4FE7-A525-F870A3DA43C5}">
      <dsp:nvSpPr>
        <dsp:cNvPr id="0" name=""/>
        <dsp:cNvSpPr/>
      </dsp:nvSpPr>
      <dsp:spPr>
        <a:xfrm>
          <a:off x="1938855" y="1557530"/>
          <a:ext cx="1452031" cy="9220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Arial"/>
              <a:cs typeface="Arial"/>
            </a:rPr>
            <a:t>Chun Huei, </a:t>
          </a:r>
          <a:r>
            <a:rPr lang="en-GB" sz="1800" kern="1200" err="1">
              <a:latin typeface="Arial"/>
              <a:cs typeface="Arial"/>
            </a:rPr>
            <a:t>Fullstack</a:t>
          </a:r>
          <a:r>
            <a:rPr lang="en-GB" sz="1800" kern="1200">
              <a:latin typeface="Arial"/>
              <a:cs typeface="Arial"/>
            </a:rPr>
            <a:t> Engineer</a:t>
          </a:r>
          <a:endParaRPr lang="en-GB" sz="1800" kern="1200"/>
        </a:p>
      </dsp:txBody>
      <dsp:txXfrm>
        <a:off x="1965861" y="1584536"/>
        <a:ext cx="1398019" cy="868027"/>
      </dsp:txXfrm>
    </dsp:sp>
    <dsp:sp modelId="{E39540ED-0ED4-49C6-A55A-895FECC8DC99}">
      <dsp:nvSpPr>
        <dsp:cNvPr id="0" name=""/>
        <dsp:cNvSpPr/>
      </dsp:nvSpPr>
      <dsp:spPr>
        <a:xfrm>
          <a:off x="1777519" y="2748599"/>
          <a:ext cx="1452031" cy="9220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E0231B-6C83-45DA-ADA5-BF1C0016F0CE}">
      <dsp:nvSpPr>
        <dsp:cNvPr id="0" name=""/>
        <dsp:cNvSpPr/>
      </dsp:nvSpPr>
      <dsp:spPr>
        <a:xfrm>
          <a:off x="1938855" y="2901869"/>
          <a:ext cx="1452031" cy="9220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Arial"/>
              <a:cs typeface="Arial"/>
            </a:rPr>
            <a:t>Chun Huei, Data Analyst</a:t>
          </a:r>
        </a:p>
      </dsp:txBody>
      <dsp:txXfrm>
        <a:off x="1965861" y="2928875"/>
        <a:ext cx="1398019" cy="868027"/>
      </dsp:txXfrm>
    </dsp:sp>
    <dsp:sp modelId="{D301FAE7-5761-4379-BF90-24D90295DFEF}">
      <dsp:nvSpPr>
        <dsp:cNvPr id="0" name=""/>
        <dsp:cNvSpPr/>
      </dsp:nvSpPr>
      <dsp:spPr>
        <a:xfrm>
          <a:off x="3552224" y="1404260"/>
          <a:ext cx="1452031" cy="9220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729112-44C4-4EEB-A2CE-309D219C4ECD}">
      <dsp:nvSpPr>
        <dsp:cNvPr id="0" name=""/>
        <dsp:cNvSpPr/>
      </dsp:nvSpPr>
      <dsp:spPr>
        <a:xfrm>
          <a:off x="3713560" y="1557530"/>
          <a:ext cx="1452031" cy="9220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Arial"/>
              <a:cs typeface="Arial"/>
            </a:rPr>
            <a:t>Fitri, Frontend Engineer</a:t>
          </a:r>
          <a:endParaRPr lang="en-GB" sz="1800" kern="1200"/>
        </a:p>
      </dsp:txBody>
      <dsp:txXfrm>
        <a:off x="3740566" y="1584536"/>
        <a:ext cx="1398019" cy="868027"/>
      </dsp:txXfrm>
    </dsp:sp>
    <dsp:sp modelId="{7A039ED6-20AC-45D6-B2C1-A90A3E05EF94}">
      <dsp:nvSpPr>
        <dsp:cNvPr id="0" name=""/>
        <dsp:cNvSpPr/>
      </dsp:nvSpPr>
      <dsp:spPr>
        <a:xfrm>
          <a:off x="6214281" y="59921"/>
          <a:ext cx="1452031" cy="9220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266E2F-B3A3-465A-8277-A0AD80307A02}">
      <dsp:nvSpPr>
        <dsp:cNvPr id="0" name=""/>
        <dsp:cNvSpPr/>
      </dsp:nvSpPr>
      <dsp:spPr>
        <a:xfrm>
          <a:off x="6375618" y="213191"/>
          <a:ext cx="1452031" cy="9220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Arial"/>
              <a:cs typeface="Arial"/>
            </a:rPr>
            <a:t>Angeline Project Manager</a:t>
          </a:r>
        </a:p>
      </dsp:txBody>
      <dsp:txXfrm>
        <a:off x="6402624" y="240197"/>
        <a:ext cx="1398019" cy="868027"/>
      </dsp:txXfrm>
    </dsp:sp>
    <dsp:sp modelId="{CFA77F1D-8B32-4BF2-A765-673471A54781}">
      <dsp:nvSpPr>
        <dsp:cNvPr id="0" name=""/>
        <dsp:cNvSpPr/>
      </dsp:nvSpPr>
      <dsp:spPr>
        <a:xfrm>
          <a:off x="5326929" y="1404260"/>
          <a:ext cx="1452031" cy="9220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29F4F5-06A7-4C5B-9C4F-8C065F2FE3A2}">
      <dsp:nvSpPr>
        <dsp:cNvPr id="0" name=""/>
        <dsp:cNvSpPr/>
      </dsp:nvSpPr>
      <dsp:spPr>
        <a:xfrm>
          <a:off x="5488265" y="1557530"/>
          <a:ext cx="1452031" cy="9220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Arial"/>
              <a:cs typeface="Arial"/>
            </a:rPr>
            <a:t>Shaun, Senior Developer</a:t>
          </a:r>
          <a:endParaRPr lang="en-US" sz="1800" kern="1200">
            <a:latin typeface="Arial"/>
            <a:cs typeface="Arial"/>
          </a:endParaRPr>
        </a:p>
      </dsp:txBody>
      <dsp:txXfrm>
        <a:off x="5515271" y="1584536"/>
        <a:ext cx="1398019" cy="868027"/>
      </dsp:txXfrm>
    </dsp:sp>
    <dsp:sp modelId="{C2EF5708-DCD7-4351-8449-8AE192B0C931}">
      <dsp:nvSpPr>
        <dsp:cNvPr id="0" name=""/>
        <dsp:cNvSpPr/>
      </dsp:nvSpPr>
      <dsp:spPr>
        <a:xfrm>
          <a:off x="7101634" y="1404260"/>
          <a:ext cx="1452031" cy="9220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0D7409-18CB-404E-9705-9182AD6B18DB}">
      <dsp:nvSpPr>
        <dsp:cNvPr id="0" name=""/>
        <dsp:cNvSpPr/>
      </dsp:nvSpPr>
      <dsp:spPr>
        <a:xfrm>
          <a:off x="7262971" y="1557530"/>
          <a:ext cx="1452031" cy="9220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Arial"/>
              <a:cs typeface="Arial"/>
            </a:rPr>
            <a:t>Mok Lee, Senior Data Engineer </a:t>
          </a:r>
        </a:p>
      </dsp:txBody>
      <dsp:txXfrm>
        <a:off x="7289977" y="1584536"/>
        <a:ext cx="1398019" cy="868027"/>
      </dsp:txXfrm>
    </dsp:sp>
    <dsp:sp modelId="{54355CFE-13D6-4A0D-BC42-F9DCD3FFEACA}">
      <dsp:nvSpPr>
        <dsp:cNvPr id="0" name=""/>
        <dsp:cNvSpPr/>
      </dsp:nvSpPr>
      <dsp:spPr>
        <a:xfrm>
          <a:off x="6214281" y="2748599"/>
          <a:ext cx="1452031" cy="9220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B7739C-238F-4096-9A13-8EFF6C80477A}">
      <dsp:nvSpPr>
        <dsp:cNvPr id="0" name=""/>
        <dsp:cNvSpPr/>
      </dsp:nvSpPr>
      <dsp:spPr>
        <a:xfrm>
          <a:off x="6375618" y="2901869"/>
          <a:ext cx="1452031" cy="9220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Arial"/>
              <a:cs typeface="Arial"/>
            </a:rPr>
            <a:t>Data Engineer 1</a:t>
          </a:r>
        </a:p>
      </dsp:txBody>
      <dsp:txXfrm>
        <a:off x="6402624" y="2928875"/>
        <a:ext cx="1398019" cy="868027"/>
      </dsp:txXfrm>
    </dsp:sp>
    <dsp:sp modelId="{285EB564-A95B-4DF6-9B02-CDDF82FA986E}">
      <dsp:nvSpPr>
        <dsp:cNvPr id="0" name=""/>
        <dsp:cNvSpPr/>
      </dsp:nvSpPr>
      <dsp:spPr>
        <a:xfrm>
          <a:off x="7988986" y="2748599"/>
          <a:ext cx="1452031" cy="92203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03CCDC-2B8C-416B-9DF8-A168089E68BA}">
      <dsp:nvSpPr>
        <dsp:cNvPr id="0" name=""/>
        <dsp:cNvSpPr/>
      </dsp:nvSpPr>
      <dsp:spPr>
        <a:xfrm>
          <a:off x="8150323" y="2901869"/>
          <a:ext cx="1452031" cy="92203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Arial"/>
              <a:cs typeface="Arial"/>
            </a:rPr>
            <a:t>Data Engineer 2</a:t>
          </a:r>
        </a:p>
      </dsp:txBody>
      <dsp:txXfrm>
        <a:off x="8177329" y="2928875"/>
        <a:ext cx="1398019" cy="86802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5" name="Google Shape;33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497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7" name="Google Shape;7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4738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F5EC1C6C-B794-2AC5-D723-6B36613CA84A}"/>
            </a:ext>
          </a:extLst>
        </p:cNvPr>
        <p:cNvGrpSpPr/>
        <p:nvPr/>
      </p:nvGrpSpPr>
      <p:grpSpPr>
        <a:xfrm>
          <a:off x="0" y="0"/>
          <a:ext cx="0" cy="0"/>
          <a:chOff x="0" y="0"/>
          <a:chExt cx="0" cy="0"/>
        </a:xfrm>
      </p:grpSpPr>
      <p:sp>
        <p:nvSpPr>
          <p:cNvPr id="237" name="Google Shape;237;p23:notes">
            <a:extLst>
              <a:ext uri="{FF2B5EF4-FFF2-40B4-BE49-F238E27FC236}">
                <a16:creationId xmlns:a16="http://schemas.microsoft.com/office/drawing/2014/main" id="{1EA82601-F560-1F6D-CA84-A25ABCD0C9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8" name="Google Shape;238;p23:notes">
            <a:extLst>
              <a:ext uri="{FF2B5EF4-FFF2-40B4-BE49-F238E27FC236}">
                <a16:creationId xmlns:a16="http://schemas.microsoft.com/office/drawing/2014/main" id="{C3F621E8-1BAD-B552-27B6-79E83038AB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2586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8" name="Google Shape;23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9059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8" name="Google Shape;23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56903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8" name="Google Shape;23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5470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49439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C2B07D90-DF8E-C136-460B-5E9F78AE5B7D}"/>
            </a:ext>
          </a:extLst>
        </p:cNvPr>
        <p:cNvGrpSpPr/>
        <p:nvPr/>
      </p:nvGrpSpPr>
      <p:grpSpPr>
        <a:xfrm>
          <a:off x="0" y="0"/>
          <a:ext cx="0" cy="0"/>
          <a:chOff x="0" y="0"/>
          <a:chExt cx="0" cy="0"/>
        </a:xfrm>
      </p:grpSpPr>
      <p:sp>
        <p:nvSpPr>
          <p:cNvPr id="255" name="Google Shape;255;p24:notes">
            <a:extLst>
              <a:ext uri="{FF2B5EF4-FFF2-40B4-BE49-F238E27FC236}">
                <a16:creationId xmlns:a16="http://schemas.microsoft.com/office/drawing/2014/main" id="{B232D599-C444-2774-D088-2BBE025468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a:extLst>
              <a:ext uri="{FF2B5EF4-FFF2-40B4-BE49-F238E27FC236}">
                <a16:creationId xmlns:a16="http://schemas.microsoft.com/office/drawing/2014/main" id="{37E7F3BE-5AC0-E083-A7ED-B3B9E48FEDC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33716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7" name="Google Shape;317;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69688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CAFACDBC-DCC8-C05A-BEA9-4348061B5AD0}"/>
            </a:ext>
          </a:extLst>
        </p:cNvPr>
        <p:cNvGrpSpPr/>
        <p:nvPr/>
      </p:nvGrpSpPr>
      <p:grpSpPr>
        <a:xfrm>
          <a:off x="0" y="0"/>
          <a:ext cx="0" cy="0"/>
          <a:chOff x="0" y="0"/>
          <a:chExt cx="0" cy="0"/>
        </a:xfrm>
      </p:grpSpPr>
      <p:sp>
        <p:nvSpPr>
          <p:cNvPr id="255" name="Google Shape;255;p24:notes">
            <a:extLst>
              <a:ext uri="{FF2B5EF4-FFF2-40B4-BE49-F238E27FC236}">
                <a16:creationId xmlns:a16="http://schemas.microsoft.com/office/drawing/2014/main" id="{95104BD2-07DB-C372-B95C-F7B71833A3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a:extLst>
              <a:ext uri="{FF2B5EF4-FFF2-40B4-BE49-F238E27FC236}">
                <a16:creationId xmlns:a16="http://schemas.microsoft.com/office/drawing/2014/main" id="{78B4DC04-8A37-B8ED-E1BE-B4D9E34EE4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1941538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19139134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1124677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1151332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33577430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1587024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40528843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31951937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5124821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35327752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4687072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20425593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15312294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42434243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10004995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189002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3203704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29962474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10995250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30223560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lang="en-US"/>
          </a:p>
        </p:txBody>
      </p:sp>
    </p:spTree>
    <p:extLst>
      <p:ext uri="{BB962C8B-B14F-4D97-AF65-F5344CB8AC3E}">
        <p14:creationId xmlns:p14="http://schemas.microsoft.com/office/powerpoint/2010/main" val="24791926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502CD-B05A-9F6A-B7E9-6C010D9BB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C28E8-8F67-E55B-D821-A61B919D34D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71929E7-A2FD-6A63-ACEF-4A5C0AB9F76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663303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831913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ntent 1">
  <p:cSld name="Content 1">
    <p:spTree>
      <p:nvGrpSpPr>
        <p:cNvPr id="1" name="Shape 27"/>
        <p:cNvGrpSpPr/>
        <p:nvPr/>
      </p:nvGrpSpPr>
      <p:grpSpPr>
        <a:xfrm>
          <a:off x="0" y="0"/>
          <a:ext cx="0" cy="0"/>
          <a:chOff x="0" y="0"/>
          <a:chExt cx="0" cy="0"/>
        </a:xfrm>
      </p:grpSpPr>
      <p:pic>
        <p:nvPicPr>
          <p:cNvPr id="29" name="Google Shape;29;p12" descr="quandatics.png"/>
          <p:cNvPicPr preferRelativeResize="0"/>
          <p:nvPr/>
        </p:nvPicPr>
        <p:blipFill rotWithShape="1">
          <a:blip r:embed="rId2">
            <a:alphaModFix/>
          </a:blip>
          <a:srcRect/>
          <a:stretch/>
        </p:blipFill>
        <p:spPr>
          <a:xfrm>
            <a:off x="10665773" y="160435"/>
            <a:ext cx="1376053" cy="589239"/>
          </a:xfrm>
          <a:prstGeom prst="rect">
            <a:avLst/>
          </a:prstGeom>
          <a:noFill/>
          <a:ln>
            <a:noFill/>
          </a:ln>
        </p:spPr>
      </p:pic>
      <p:pic>
        <p:nvPicPr>
          <p:cNvPr id="2" name="Picture 1" descr="A red and yellow corner with black background&#10;&#10;Description automatically generated">
            <a:extLst>
              <a:ext uri="{FF2B5EF4-FFF2-40B4-BE49-F238E27FC236}">
                <a16:creationId xmlns:a16="http://schemas.microsoft.com/office/drawing/2014/main" id="{A8E1BA0A-9F51-0678-F579-F94A760FAA03}"/>
              </a:ext>
            </a:extLst>
          </p:cNvPr>
          <p:cNvPicPr>
            <a:picLocks noChangeAspect="1"/>
          </p:cNvPicPr>
          <p:nvPr userDrawn="1"/>
        </p:nvPicPr>
        <p:blipFill rotWithShape="1">
          <a:blip r:embed="rId3"/>
          <a:srcRect r="56563" b="64995"/>
          <a:stretch/>
        </p:blipFill>
        <p:spPr>
          <a:xfrm>
            <a:off x="0" y="0"/>
            <a:ext cx="2883408" cy="2323690"/>
          </a:xfrm>
          <a:prstGeom prst="rect">
            <a:avLst/>
          </a:prstGeom>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xtra 1">
  <p:cSld name="Extra 1">
    <p:spTree>
      <p:nvGrpSpPr>
        <p:cNvPr id="1" name="Shape 30"/>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xtra 2">
  <p:cSld name="Extra 2">
    <p:spTree>
      <p:nvGrpSpPr>
        <p:cNvPr id="1" name="Shape 51"/>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xtra 3">
  <p:cSld name="Extra 3">
    <p:spTree>
      <p:nvGrpSpPr>
        <p:cNvPr id="1" name="Shape 52"/>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2">
  <p:cSld name="Content 2">
    <p:spTree>
      <p:nvGrpSpPr>
        <p:cNvPr id="1" name="Shape 23"/>
        <p:cNvGrpSpPr/>
        <p:nvPr/>
      </p:nvGrpSpPr>
      <p:grpSpPr>
        <a:xfrm>
          <a:off x="0" y="0"/>
          <a:ext cx="0" cy="0"/>
          <a:chOff x="0" y="0"/>
          <a:chExt cx="0" cy="0"/>
        </a:xfrm>
      </p:grpSpPr>
      <p:pic>
        <p:nvPicPr>
          <p:cNvPr id="26" name="Google Shape;26;p13" descr="quandatics.png"/>
          <p:cNvPicPr preferRelativeResize="0"/>
          <p:nvPr/>
        </p:nvPicPr>
        <p:blipFill rotWithShape="1">
          <a:blip r:embed="rId2">
            <a:alphaModFix/>
          </a:blip>
          <a:srcRect/>
          <a:stretch/>
        </p:blipFill>
        <p:spPr>
          <a:xfrm>
            <a:off x="10665773" y="160435"/>
            <a:ext cx="1376053" cy="589239"/>
          </a:xfrm>
          <a:prstGeom prst="rect">
            <a:avLst/>
          </a:prstGeom>
          <a:noFill/>
          <a:ln>
            <a:noFill/>
          </a:ln>
        </p:spPr>
      </p:pic>
      <p:pic>
        <p:nvPicPr>
          <p:cNvPr id="2" name="Picture 1" descr="A red and yellow corner with black background&#10;&#10;Description automatically generated">
            <a:extLst>
              <a:ext uri="{FF2B5EF4-FFF2-40B4-BE49-F238E27FC236}">
                <a16:creationId xmlns:a16="http://schemas.microsoft.com/office/drawing/2014/main" id="{47ED77EA-FE19-7B4C-3624-21834B64FABA}"/>
              </a:ext>
            </a:extLst>
          </p:cNvPr>
          <p:cNvPicPr>
            <a:picLocks noChangeAspect="1"/>
          </p:cNvPicPr>
          <p:nvPr userDrawn="1"/>
        </p:nvPicPr>
        <p:blipFill rotWithShape="1">
          <a:blip r:embed="rId3"/>
          <a:srcRect r="56563" b="64995"/>
          <a:stretch/>
        </p:blipFill>
        <p:spPr>
          <a:xfrm>
            <a:off x="0" y="-33314"/>
            <a:ext cx="2883408" cy="2323690"/>
          </a:xfrm>
          <a:prstGeom prst="rect">
            <a:avLst/>
          </a:prstGeom>
        </p:spPr>
      </p:pic>
      <p:pic>
        <p:nvPicPr>
          <p:cNvPr id="3" name="Picture 2" descr="A red and yellow corner with black background&#10;&#10;Description automatically generated">
            <a:extLst>
              <a:ext uri="{FF2B5EF4-FFF2-40B4-BE49-F238E27FC236}">
                <a16:creationId xmlns:a16="http://schemas.microsoft.com/office/drawing/2014/main" id="{9FC6AEED-5365-2FA3-F327-BFD097C89C0A}"/>
              </a:ext>
            </a:extLst>
          </p:cNvPr>
          <p:cNvPicPr>
            <a:picLocks noChangeAspect="1"/>
          </p:cNvPicPr>
          <p:nvPr userDrawn="1"/>
        </p:nvPicPr>
        <p:blipFill rotWithShape="1">
          <a:blip r:embed="rId3"/>
          <a:srcRect r="56563" b="64995"/>
          <a:stretch/>
        </p:blipFill>
        <p:spPr>
          <a:xfrm rot="10800000">
            <a:off x="9528047" y="4744483"/>
            <a:ext cx="2663949" cy="2146832"/>
          </a:xfrm>
          <a:prstGeom prst="rect">
            <a:avLst/>
          </a:prstGeom>
        </p:spPr>
      </p:pic>
    </p:spTree>
    <p:extLst>
      <p:ext uri="{BB962C8B-B14F-4D97-AF65-F5344CB8AC3E}">
        <p14:creationId xmlns:p14="http://schemas.microsoft.com/office/powerpoint/2010/main" val="35124740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7" name="Google Shape;7;p6"/>
          <p:cNvSpPr txBox="1">
            <a:spLocks noGrp="1"/>
          </p:cNvSpPr>
          <p:nvPr>
            <p:ph type="body" idx="1"/>
          </p:nvPr>
        </p:nvSpPr>
        <p:spPr>
          <a:xfrm>
            <a:off x="838200" y="183578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 name="Google Shape;29;p12" descr="quandatics.png">
            <a:extLst>
              <a:ext uri="{FF2B5EF4-FFF2-40B4-BE49-F238E27FC236}">
                <a16:creationId xmlns:a16="http://schemas.microsoft.com/office/drawing/2014/main" id="{A1219BC8-7FC4-6A7B-F0D1-ED5C6D18B82D}"/>
              </a:ext>
            </a:extLst>
          </p:cNvPr>
          <p:cNvPicPr preferRelativeResize="0"/>
          <p:nvPr userDrawn="1"/>
        </p:nvPicPr>
        <p:blipFill rotWithShape="1">
          <a:blip r:embed="rId7">
            <a:alphaModFix/>
          </a:blip>
          <a:srcRect/>
          <a:stretch/>
        </p:blipFill>
        <p:spPr>
          <a:xfrm>
            <a:off x="10665773" y="160435"/>
            <a:ext cx="1376053" cy="589239"/>
          </a:xfrm>
          <a:prstGeom prst="rect">
            <a:avLst/>
          </a:prstGeom>
          <a:noFill/>
          <a:ln>
            <a:noFill/>
          </a:ln>
        </p:spPr>
      </p:pic>
      <p:pic>
        <p:nvPicPr>
          <p:cNvPr id="3" name="Picture 2" descr="A red and yellow corner with black background&#10;&#10;Description automatically generated">
            <a:extLst>
              <a:ext uri="{FF2B5EF4-FFF2-40B4-BE49-F238E27FC236}">
                <a16:creationId xmlns:a16="http://schemas.microsoft.com/office/drawing/2014/main" id="{398D746A-7322-AE64-1D31-E9FDA7C183CE}"/>
              </a:ext>
            </a:extLst>
          </p:cNvPr>
          <p:cNvPicPr>
            <a:picLocks noChangeAspect="1"/>
          </p:cNvPicPr>
          <p:nvPr userDrawn="1"/>
        </p:nvPicPr>
        <p:blipFill rotWithShape="1">
          <a:blip r:embed="rId8"/>
          <a:srcRect r="56563" b="64995"/>
          <a:stretch/>
        </p:blipFill>
        <p:spPr>
          <a:xfrm>
            <a:off x="0" y="0"/>
            <a:ext cx="2883408" cy="2323690"/>
          </a:xfrm>
          <a:prstGeom prst="rect">
            <a:avLst/>
          </a:prstGeom>
        </p:spPr>
      </p:pic>
    </p:spTree>
  </p:cSld>
  <p:clrMap bg1="lt1" tx1="dk1" bg2="dk2" tx2="lt2" accent1="accent1" accent2="accent2" accent3="accent3" accent4="accent4" accent5="accent5" accent6="accent6" hlink="hlink" folHlink="folHlink"/>
  <p:sldLayoutIdLst>
    <p:sldLayoutId id="2147483652" r:id="rId1"/>
    <p:sldLayoutId id="2147483653" r:id="rId2"/>
    <p:sldLayoutId id="2147483657" r:id="rId3"/>
    <p:sldLayoutId id="2147483658" r:id="rId4"/>
    <p:sldLayoutId id="2147483659" r:id="rId5"/>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5.jpeg"/><Relationship Id="rId13" Type="http://schemas.openxmlformats.org/officeDocument/2006/relationships/image" Target="../media/image19.png"/><Relationship Id="rId18" Type="http://schemas.openxmlformats.org/officeDocument/2006/relationships/image" Target="../media/image24.jpeg"/><Relationship Id="rId3" Type="http://schemas.openxmlformats.org/officeDocument/2006/relationships/image" Target="../media/image10.jpeg"/><Relationship Id="rId7" Type="http://schemas.openxmlformats.org/officeDocument/2006/relationships/image" Target="../media/image14.png"/><Relationship Id="rId12" Type="http://schemas.openxmlformats.org/officeDocument/2006/relationships/image" Target="../media/image18.png"/><Relationship Id="rId17" Type="http://schemas.openxmlformats.org/officeDocument/2006/relationships/image" Target="../media/image23.jpeg"/><Relationship Id="rId2" Type="http://schemas.openxmlformats.org/officeDocument/2006/relationships/notesSlide" Target="../notesSlides/notesSlide5.xml"/><Relationship Id="rId16" Type="http://schemas.openxmlformats.org/officeDocument/2006/relationships/image" Target="../media/image22.jpeg"/><Relationship Id="rId20" Type="http://schemas.openxmlformats.org/officeDocument/2006/relationships/image" Target="../media/image26.png"/><Relationship Id="rId1" Type="http://schemas.openxmlformats.org/officeDocument/2006/relationships/slideLayout" Target="../slideLayouts/slideLayout5.xml"/><Relationship Id="rId6" Type="http://schemas.openxmlformats.org/officeDocument/2006/relationships/image" Target="../media/image13.png"/><Relationship Id="rId11" Type="http://schemas.openxmlformats.org/officeDocument/2006/relationships/image" Target="../media/image17.png"/><Relationship Id="rId5" Type="http://schemas.openxmlformats.org/officeDocument/2006/relationships/image" Target="../media/image12.png"/><Relationship Id="rId15" Type="http://schemas.openxmlformats.org/officeDocument/2006/relationships/image" Target="../media/image21.png"/><Relationship Id="rId10" Type="http://schemas.openxmlformats.org/officeDocument/2006/relationships/image" Target="../media/image16.jpeg"/><Relationship Id="rId19" Type="http://schemas.openxmlformats.org/officeDocument/2006/relationships/image" Target="../media/image25.png"/><Relationship Id="rId4" Type="http://schemas.openxmlformats.org/officeDocument/2006/relationships/image" Target="../media/image11.jpeg"/><Relationship Id="rId9" Type="http://schemas.openxmlformats.org/officeDocument/2006/relationships/image" Target="../media/image3.pn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31.jpeg"/><Relationship Id="rId13" Type="http://schemas.openxmlformats.org/officeDocument/2006/relationships/image" Target="../media/image36.png"/><Relationship Id="rId3" Type="http://schemas.openxmlformats.org/officeDocument/2006/relationships/image" Target="../media/image3.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jpeg"/><Relationship Id="rId10" Type="http://schemas.openxmlformats.org/officeDocument/2006/relationships/image" Target="../media/image33.jpeg"/><Relationship Id="rId4" Type="http://schemas.openxmlformats.org/officeDocument/2006/relationships/image" Target="../media/image27.jpeg"/><Relationship Id="rId9" Type="http://schemas.openxmlformats.org/officeDocument/2006/relationships/image" Target="../media/image32.png"/></Relationships>
</file>

<file path=ppt/slides/_rels/slide8.xml.rels><?xml version="1.0" encoding="UTF-8" standalone="yes"?>
<Relationships xmlns="http://schemas.openxmlformats.org/package/2006/relationships"><Relationship Id="rId13" Type="http://schemas.openxmlformats.org/officeDocument/2006/relationships/image" Target="../media/image47.png"/><Relationship Id="rId18" Type="http://schemas.openxmlformats.org/officeDocument/2006/relationships/image" Target="../media/image52.jpeg"/><Relationship Id="rId26" Type="http://schemas.openxmlformats.org/officeDocument/2006/relationships/image" Target="../media/image59.png"/><Relationship Id="rId39" Type="http://schemas.openxmlformats.org/officeDocument/2006/relationships/image" Target="../media/image72.png"/><Relationship Id="rId21" Type="http://schemas.openxmlformats.org/officeDocument/2006/relationships/image" Target="../media/image55.jpeg"/><Relationship Id="rId34" Type="http://schemas.openxmlformats.org/officeDocument/2006/relationships/image" Target="../media/image67.png"/><Relationship Id="rId7" Type="http://schemas.openxmlformats.org/officeDocument/2006/relationships/image" Target="../media/image41.png"/><Relationship Id="rId12" Type="http://schemas.openxmlformats.org/officeDocument/2006/relationships/image" Target="../media/image46.jpeg"/><Relationship Id="rId17" Type="http://schemas.openxmlformats.org/officeDocument/2006/relationships/image" Target="../media/image51.png"/><Relationship Id="rId25" Type="http://schemas.openxmlformats.org/officeDocument/2006/relationships/image" Target="../media/image58.png"/><Relationship Id="rId33" Type="http://schemas.openxmlformats.org/officeDocument/2006/relationships/image" Target="../media/image66.png"/><Relationship Id="rId38" Type="http://schemas.openxmlformats.org/officeDocument/2006/relationships/image" Target="../media/image71.jpeg"/><Relationship Id="rId2" Type="http://schemas.openxmlformats.org/officeDocument/2006/relationships/notesSlide" Target="../notesSlides/notesSlide7.xml"/><Relationship Id="rId16" Type="http://schemas.openxmlformats.org/officeDocument/2006/relationships/image" Target="../media/image50.png"/><Relationship Id="rId20" Type="http://schemas.openxmlformats.org/officeDocument/2006/relationships/image" Target="../media/image54.png"/><Relationship Id="rId29" Type="http://schemas.openxmlformats.org/officeDocument/2006/relationships/image" Target="../media/image62.png"/><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png"/><Relationship Id="rId24" Type="http://schemas.openxmlformats.org/officeDocument/2006/relationships/image" Target="../media/image57.png"/><Relationship Id="rId32" Type="http://schemas.openxmlformats.org/officeDocument/2006/relationships/image" Target="../media/image65.png"/><Relationship Id="rId37" Type="http://schemas.openxmlformats.org/officeDocument/2006/relationships/image" Target="../media/image70.jpe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3.png"/><Relationship Id="rId28" Type="http://schemas.openxmlformats.org/officeDocument/2006/relationships/image" Target="../media/image61.jpeg"/><Relationship Id="rId36" Type="http://schemas.openxmlformats.org/officeDocument/2006/relationships/image" Target="../media/image69.png"/><Relationship Id="rId10" Type="http://schemas.openxmlformats.org/officeDocument/2006/relationships/image" Target="../media/image44.gif"/><Relationship Id="rId19" Type="http://schemas.openxmlformats.org/officeDocument/2006/relationships/image" Target="../media/image53.png"/><Relationship Id="rId31" Type="http://schemas.openxmlformats.org/officeDocument/2006/relationships/image" Target="../media/image6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0.png"/><Relationship Id="rId30" Type="http://schemas.openxmlformats.org/officeDocument/2006/relationships/image" Target="../media/image63.jpeg"/><Relationship Id="rId35" Type="http://schemas.openxmlformats.org/officeDocument/2006/relationships/image" Target="../media/image68.jpeg"/><Relationship Id="rId8" Type="http://schemas.openxmlformats.org/officeDocument/2006/relationships/image" Target="../media/image42.png"/><Relationship Id="rId3" Type="http://schemas.openxmlformats.org/officeDocument/2006/relationships/image" Target="../media/image37.jpeg"/></Relationships>
</file>

<file path=ppt/slides/_rels/slide9.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2.jpeg"/><Relationship Id="rId18" Type="http://schemas.openxmlformats.org/officeDocument/2006/relationships/image" Target="../media/image87.png"/><Relationship Id="rId26" Type="http://schemas.openxmlformats.org/officeDocument/2006/relationships/image" Target="../media/image95.jpeg"/><Relationship Id="rId3" Type="http://schemas.openxmlformats.org/officeDocument/2006/relationships/image" Target="../media/image3.png"/><Relationship Id="rId21" Type="http://schemas.openxmlformats.org/officeDocument/2006/relationships/image" Target="../media/image90.jpeg"/><Relationship Id="rId7" Type="http://schemas.openxmlformats.org/officeDocument/2006/relationships/image" Target="../media/image76.jpeg"/><Relationship Id="rId12" Type="http://schemas.openxmlformats.org/officeDocument/2006/relationships/image" Target="../media/image81.png"/><Relationship Id="rId17" Type="http://schemas.openxmlformats.org/officeDocument/2006/relationships/image" Target="../media/image86.png"/><Relationship Id="rId25" Type="http://schemas.openxmlformats.org/officeDocument/2006/relationships/image" Target="../media/image94.png"/><Relationship Id="rId2" Type="http://schemas.openxmlformats.org/officeDocument/2006/relationships/notesSlide" Target="../notesSlides/notesSlide8.xml"/><Relationship Id="rId16" Type="http://schemas.openxmlformats.org/officeDocument/2006/relationships/image" Target="../media/image85.png"/><Relationship Id="rId20" Type="http://schemas.openxmlformats.org/officeDocument/2006/relationships/image" Target="../media/image89.png"/><Relationship Id="rId29" Type="http://schemas.openxmlformats.org/officeDocument/2006/relationships/image" Target="../media/image98.png"/><Relationship Id="rId1" Type="http://schemas.openxmlformats.org/officeDocument/2006/relationships/slideLayout" Target="../slideLayouts/slideLayout1.xml"/><Relationship Id="rId6" Type="http://schemas.openxmlformats.org/officeDocument/2006/relationships/image" Target="../media/image75.png"/><Relationship Id="rId11" Type="http://schemas.openxmlformats.org/officeDocument/2006/relationships/image" Target="../media/image80.png"/><Relationship Id="rId24" Type="http://schemas.openxmlformats.org/officeDocument/2006/relationships/image" Target="../media/image93.png"/><Relationship Id="rId32" Type="http://schemas.openxmlformats.org/officeDocument/2006/relationships/image" Target="../media/image101.png"/><Relationship Id="rId5" Type="http://schemas.openxmlformats.org/officeDocument/2006/relationships/image" Target="../media/image74.jpeg"/><Relationship Id="rId15" Type="http://schemas.openxmlformats.org/officeDocument/2006/relationships/image" Target="../media/image84.png"/><Relationship Id="rId23" Type="http://schemas.openxmlformats.org/officeDocument/2006/relationships/image" Target="../media/image92.png"/><Relationship Id="rId28" Type="http://schemas.openxmlformats.org/officeDocument/2006/relationships/image" Target="../media/image97.png"/><Relationship Id="rId10" Type="http://schemas.openxmlformats.org/officeDocument/2006/relationships/image" Target="../media/image79.jpeg"/><Relationship Id="rId19" Type="http://schemas.openxmlformats.org/officeDocument/2006/relationships/image" Target="../media/image88.png"/><Relationship Id="rId31" Type="http://schemas.openxmlformats.org/officeDocument/2006/relationships/image" Target="../media/image100.png"/><Relationship Id="rId4" Type="http://schemas.openxmlformats.org/officeDocument/2006/relationships/image" Target="../media/image73.jpeg"/><Relationship Id="rId9" Type="http://schemas.openxmlformats.org/officeDocument/2006/relationships/image" Target="../media/image78.jpeg"/><Relationship Id="rId14" Type="http://schemas.openxmlformats.org/officeDocument/2006/relationships/image" Target="../media/image83.png"/><Relationship Id="rId22" Type="http://schemas.openxmlformats.org/officeDocument/2006/relationships/image" Target="../media/image91.png"/><Relationship Id="rId27" Type="http://schemas.openxmlformats.org/officeDocument/2006/relationships/image" Target="../media/image96.png"/><Relationship Id="rId30" Type="http://schemas.openxmlformats.org/officeDocument/2006/relationships/image" Target="../media/image99.png"/></Relationships>
</file>

<file path=ppt/slides/_rels/slide10.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1.jpeg"/><Relationship Id="rId3" Type="http://schemas.openxmlformats.org/officeDocument/2006/relationships/image" Target="../media/image102.png"/><Relationship Id="rId7" Type="http://schemas.openxmlformats.org/officeDocument/2006/relationships/image" Target="../media/image106.png"/><Relationship Id="rId12" Type="http://schemas.openxmlformats.org/officeDocument/2006/relationships/image" Target="../media/image110.png"/><Relationship Id="rId2" Type="http://schemas.openxmlformats.org/officeDocument/2006/relationships/notesSlide" Target="../notesSlides/notesSlide9.xml"/><Relationship Id="rId16" Type="http://schemas.openxmlformats.org/officeDocument/2006/relationships/image" Target="../media/image114.png"/><Relationship Id="rId1" Type="http://schemas.openxmlformats.org/officeDocument/2006/relationships/slideLayout" Target="../slideLayouts/slideLayout1.xml"/><Relationship Id="rId6" Type="http://schemas.openxmlformats.org/officeDocument/2006/relationships/image" Target="../media/image105.jpeg"/><Relationship Id="rId11" Type="http://schemas.openxmlformats.org/officeDocument/2006/relationships/image" Target="../media/image109.png"/><Relationship Id="rId5" Type="http://schemas.openxmlformats.org/officeDocument/2006/relationships/image" Target="../media/image104.png"/><Relationship Id="rId15" Type="http://schemas.openxmlformats.org/officeDocument/2006/relationships/image" Target="../media/image113.png"/><Relationship Id="rId10" Type="http://schemas.openxmlformats.org/officeDocument/2006/relationships/image" Target="../media/image108.png"/><Relationship Id="rId4" Type="http://schemas.openxmlformats.org/officeDocument/2006/relationships/image" Target="../media/image103.png"/><Relationship Id="rId9" Type="http://schemas.openxmlformats.org/officeDocument/2006/relationships/image" Target="../media/image3.png"/><Relationship Id="rId14" Type="http://schemas.openxmlformats.org/officeDocument/2006/relationships/image" Target="../media/image112.png"/></Relationships>
</file>

<file path=ppt/slides/_rels/slide11.xml.rels><?xml version="1.0" encoding="UTF-8" standalone="yes"?>
<Relationships xmlns="http://schemas.openxmlformats.org/package/2006/relationships"><Relationship Id="rId8" Type="http://schemas.openxmlformats.org/officeDocument/2006/relationships/diagramQuickStyle" Target="../diagrams/quickStyle1.xml"/><Relationship Id="rId13" Type="http://schemas.openxmlformats.org/officeDocument/2006/relationships/hyperlink" Target="https://www.talend.com/blog/announcing-our-2021-partner-award-winners/" TargetMode="External"/><Relationship Id="rId3" Type="http://schemas.openxmlformats.org/officeDocument/2006/relationships/image" Target="../media/image116.png"/><Relationship Id="rId7" Type="http://schemas.openxmlformats.org/officeDocument/2006/relationships/diagramLayout" Target="../diagrams/layout1.xml"/><Relationship Id="rId12" Type="http://schemas.openxmlformats.org/officeDocument/2006/relationships/hyperlink" Target="https://www.talend.com/blog/announcing-our-2022-partner-award-winners/" TargetMode="External"/><Relationship Id="rId2"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diagramData" Target="../diagrams/data1.xml"/><Relationship Id="rId11" Type="http://schemas.openxmlformats.org/officeDocument/2006/relationships/hyperlink" Target="https://www.qlik.com/blog/qlik-announces-winners-of-annual-regional-partner-awards" TargetMode="External"/><Relationship Id="rId5" Type="http://schemas.openxmlformats.org/officeDocument/2006/relationships/image" Target="../media/image118.png"/><Relationship Id="rId10" Type="http://schemas.microsoft.com/office/2007/relationships/diagramDrawing" Target="../diagrams/drawing1.xml"/><Relationship Id="rId4" Type="http://schemas.openxmlformats.org/officeDocument/2006/relationships/image" Target="../media/image117.png"/><Relationship Id="rId9" Type="http://schemas.openxmlformats.org/officeDocument/2006/relationships/diagramColors" Target="../diagrams/colors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1.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3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34.png"/></Relationships>
</file>

<file path=ppt/slides/_rels/slide22.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136.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39.png"/></Relationships>
</file>

<file path=ppt/slides/_rels/slide2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40.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41.emf"/></Relationships>
</file>

<file path=ppt/slides/_rels/slide2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png"/><Relationship Id="rId7" Type="http://schemas.openxmlformats.org/officeDocument/2006/relationships/diagramColors" Target="../diagrams/colors3.xm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42.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43.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44.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9" name="Google Shape;339;p4" descr="A black background with a red line&#10;&#10;Description automatically generated with low confidence"/>
          <p:cNvPicPr preferRelativeResize="0"/>
          <p:nvPr/>
        </p:nvPicPr>
        <p:blipFill rotWithShape="1">
          <a:blip r:embed="rId3">
            <a:alphaModFix/>
          </a:blip>
          <a:srcRect l="28820" t="48393" r="30588" b="49765"/>
          <a:stretch/>
        </p:blipFill>
        <p:spPr>
          <a:xfrm>
            <a:off x="1137180" y="3308187"/>
            <a:ext cx="9449726" cy="87499"/>
          </a:xfrm>
          <a:prstGeom prst="rect">
            <a:avLst/>
          </a:prstGeom>
          <a:noFill/>
          <a:ln>
            <a:noFill/>
          </a:ln>
        </p:spPr>
      </p:pic>
      <p:sp>
        <p:nvSpPr>
          <p:cNvPr id="3" name="TextBox 2">
            <a:extLst>
              <a:ext uri="{FF2B5EF4-FFF2-40B4-BE49-F238E27FC236}">
                <a16:creationId xmlns:a16="http://schemas.microsoft.com/office/drawing/2014/main" id="{4EA86B55-0866-42C0-E40E-28A6C58724FE}"/>
              </a:ext>
            </a:extLst>
          </p:cNvPr>
          <p:cNvSpPr txBox="1"/>
          <p:nvPr/>
        </p:nvSpPr>
        <p:spPr>
          <a:xfrm>
            <a:off x="3048000" y="3513998"/>
            <a:ext cx="6096000" cy="954107"/>
          </a:xfrm>
          <a:prstGeom prst="rect">
            <a:avLst/>
          </a:prstGeom>
          <a:noFill/>
        </p:spPr>
        <p:txBody>
          <a:bodyPr wrap="square" lIns="91440" tIns="45720" rIns="91440" bIns="45720" anchor="t">
            <a:spAutoFit/>
          </a:bodyPr>
          <a:lstStyle/>
          <a:p>
            <a:pPr algn="ctr"/>
            <a:r>
              <a:rPr lang="en-US" sz="2800" b="1" i="1" u="none" strike="noStrike" cap="none">
                <a:solidFill>
                  <a:schemeClr val="tx1">
                    <a:lumMod val="50000"/>
                    <a:lumOff val="50000"/>
                  </a:schemeClr>
                </a:solidFill>
                <a:latin typeface="Calibri"/>
                <a:ea typeface="Calibri"/>
                <a:cs typeface="Calibri"/>
                <a:sym typeface="Calibri"/>
              </a:rPr>
              <a:t>No Problem Left Unsolved</a:t>
            </a:r>
          </a:p>
          <a:p>
            <a:pPr algn="ctr"/>
            <a:r>
              <a:rPr lang="en-US" sz="2800" b="1" i="1">
                <a:solidFill>
                  <a:schemeClr val="tx1">
                    <a:lumMod val="50000"/>
                    <a:lumOff val="50000"/>
                  </a:schemeClr>
                </a:solidFill>
                <a:latin typeface="Calibri"/>
                <a:ea typeface="Calibri"/>
                <a:cs typeface="Calibri"/>
              </a:rPr>
              <a:t>16th June 2025</a:t>
            </a:r>
          </a:p>
        </p:txBody>
      </p:sp>
      <p:pic>
        <p:nvPicPr>
          <p:cNvPr id="5" name="Google Shape;252;p23" descr="A black background with a red line&#10;&#10;Description automatically generated with low confidence">
            <a:extLst>
              <a:ext uri="{FF2B5EF4-FFF2-40B4-BE49-F238E27FC236}">
                <a16:creationId xmlns:a16="http://schemas.microsoft.com/office/drawing/2014/main" id="{C114832A-415E-9DBE-276C-DDA02C542288}"/>
              </a:ext>
            </a:extLst>
          </p:cNvPr>
          <p:cNvPicPr preferRelativeResize="0"/>
          <p:nvPr/>
        </p:nvPicPr>
        <p:blipFill rotWithShape="1">
          <a:blip r:embed="rId3">
            <a:alphaModFix/>
          </a:blip>
          <a:srcRect l="28820" t="48393" r="30588" b="49874"/>
          <a:stretch/>
        </p:blipFill>
        <p:spPr>
          <a:xfrm>
            <a:off x="4896091" y="5285123"/>
            <a:ext cx="2187616" cy="50805"/>
          </a:xfrm>
          <a:prstGeom prst="rect">
            <a:avLst/>
          </a:prstGeom>
          <a:noFill/>
          <a:ln>
            <a:noFill/>
          </a:ln>
        </p:spPr>
      </p:pic>
      <p:pic>
        <p:nvPicPr>
          <p:cNvPr id="7" name="Picture 6" descr="A red and yellow corner with black background&#10;&#10;Description automatically generated">
            <a:extLst>
              <a:ext uri="{FF2B5EF4-FFF2-40B4-BE49-F238E27FC236}">
                <a16:creationId xmlns:a16="http://schemas.microsoft.com/office/drawing/2014/main" id="{0601D235-BEBF-04C2-5D65-E5BF08979AB3}"/>
              </a:ext>
            </a:extLst>
          </p:cNvPr>
          <p:cNvPicPr>
            <a:picLocks noChangeAspect="1"/>
          </p:cNvPicPr>
          <p:nvPr/>
        </p:nvPicPr>
        <p:blipFill rotWithShape="1">
          <a:blip r:embed="rId4"/>
          <a:srcRect r="56563" b="64995"/>
          <a:stretch/>
        </p:blipFill>
        <p:spPr>
          <a:xfrm>
            <a:off x="0" y="-33314"/>
            <a:ext cx="4700016" cy="3787664"/>
          </a:xfrm>
          <a:prstGeom prst="rect">
            <a:avLst/>
          </a:prstGeom>
        </p:spPr>
      </p:pic>
      <p:pic>
        <p:nvPicPr>
          <p:cNvPr id="8" name="Picture 7" descr="A red and yellow corner with black background&#10;&#10;Description automatically generated">
            <a:extLst>
              <a:ext uri="{FF2B5EF4-FFF2-40B4-BE49-F238E27FC236}">
                <a16:creationId xmlns:a16="http://schemas.microsoft.com/office/drawing/2014/main" id="{6E48E48C-BA2E-0000-5123-CEF1C90E2699}"/>
              </a:ext>
            </a:extLst>
          </p:cNvPr>
          <p:cNvPicPr>
            <a:picLocks noChangeAspect="1"/>
          </p:cNvPicPr>
          <p:nvPr/>
        </p:nvPicPr>
        <p:blipFill rotWithShape="1">
          <a:blip r:embed="rId4"/>
          <a:srcRect r="56563" b="64995"/>
          <a:stretch/>
        </p:blipFill>
        <p:spPr>
          <a:xfrm rot="10800000">
            <a:off x="7491981" y="3103651"/>
            <a:ext cx="4700016" cy="3787664"/>
          </a:xfrm>
          <a:prstGeom prst="rect">
            <a:avLst/>
          </a:prstGeom>
        </p:spPr>
      </p:pic>
      <p:sp>
        <p:nvSpPr>
          <p:cNvPr id="9" name="TextBox 8">
            <a:extLst>
              <a:ext uri="{FF2B5EF4-FFF2-40B4-BE49-F238E27FC236}">
                <a16:creationId xmlns:a16="http://schemas.microsoft.com/office/drawing/2014/main" id="{9FC7FBAA-50EC-B92C-ECF2-5A538CF56EF0}"/>
              </a:ext>
            </a:extLst>
          </p:cNvPr>
          <p:cNvSpPr txBox="1"/>
          <p:nvPr/>
        </p:nvSpPr>
        <p:spPr>
          <a:xfrm>
            <a:off x="2689708" y="4627918"/>
            <a:ext cx="6818728" cy="369332"/>
          </a:xfrm>
          <a:prstGeom prst="rect">
            <a:avLst/>
          </a:prstGeom>
          <a:noFill/>
        </p:spPr>
        <p:txBody>
          <a:bodyPr wrap="square" lIns="91440" tIns="45720" rIns="91440" bIns="45720" rtlCol="0" anchor="t">
            <a:spAutoFit/>
          </a:bodyPr>
          <a:lstStyle/>
          <a:p>
            <a:pPr algn="ctr"/>
            <a:r>
              <a:rPr lang="en-US" sz="1800">
                <a:solidFill>
                  <a:schemeClr val="tx1">
                    <a:lumMod val="50000"/>
                    <a:lumOff val="50000"/>
                  </a:schemeClr>
                </a:solidFill>
                <a:latin typeface="Times New Roman"/>
                <a:cs typeface="Times New Roman"/>
              </a:rPr>
              <a:t>Prepared by </a:t>
            </a:r>
            <a:r>
              <a:rPr lang="en-US" sz="1800" err="1">
                <a:solidFill>
                  <a:schemeClr val="tx1">
                    <a:lumMod val="50000"/>
                    <a:lumOff val="50000"/>
                  </a:schemeClr>
                </a:solidFill>
                <a:latin typeface="Times New Roman"/>
                <a:cs typeface="Times New Roman"/>
              </a:rPr>
              <a:t>Giam</a:t>
            </a:r>
            <a:r>
              <a:rPr lang="en-US" sz="1800">
                <a:solidFill>
                  <a:schemeClr val="tx1">
                    <a:lumMod val="50000"/>
                    <a:lumOff val="50000"/>
                  </a:schemeClr>
                </a:solidFill>
                <a:latin typeface="Times New Roman"/>
                <a:cs typeface="Times New Roman"/>
              </a:rPr>
              <a:t> Kai Yi | Reviewed by Angeline Mashuri Cheah</a:t>
            </a:r>
            <a:endParaRPr lang="en-US">
              <a:solidFill>
                <a:schemeClr val="tx1">
                  <a:lumMod val="50000"/>
                  <a:lumOff val="50000"/>
                </a:schemeClr>
              </a:solidFill>
            </a:endParaRPr>
          </a:p>
        </p:txBody>
      </p:sp>
      <p:sp>
        <p:nvSpPr>
          <p:cNvPr id="6" name="TextBox 5">
            <a:extLst>
              <a:ext uri="{FF2B5EF4-FFF2-40B4-BE49-F238E27FC236}">
                <a16:creationId xmlns:a16="http://schemas.microsoft.com/office/drawing/2014/main" id="{4F5E44EF-EEC8-7D6C-B85C-19A5C62E0241}"/>
              </a:ext>
            </a:extLst>
          </p:cNvPr>
          <p:cNvSpPr txBox="1"/>
          <p:nvPr/>
        </p:nvSpPr>
        <p:spPr>
          <a:xfrm>
            <a:off x="1061272" y="2081952"/>
            <a:ext cx="10069457" cy="1077218"/>
          </a:xfrm>
          <a:prstGeom prst="rect">
            <a:avLst/>
          </a:prstGeom>
          <a:noFill/>
        </p:spPr>
        <p:txBody>
          <a:bodyPr wrap="square" rtlCol="0">
            <a:spAutoFit/>
          </a:bodyPr>
          <a:lstStyle/>
          <a:p>
            <a:pPr algn="ctr"/>
            <a:r>
              <a:rPr lang="en-US" sz="3200" b="1">
                <a:latin typeface="Calibri" panose="020F0502020204030204" pitchFamily="34" charset="0"/>
                <a:ea typeface="Calibri" panose="020F0502020204030204" pitchFamily="34" charset="0"/>
                <a:cs typeface="Calibri" panose="020F0502020204030204" pitchFamily="34" charset="0"/>
              </a:rPr>
              <a:t>Supply and Delivery of DevOps CSET Enterprise Application + Database Revamp with ETL for </a:t>
            </a:r>
            <a:r>
              <a:rPr lang="en-US" sz="3200" b="1" err="1">
                <a:latin typeface="Calibri" panose="020F0502020204030204" pitchFamily="34" charset="0"/>
                <a:ea typeface="Calibri" panose="020F0502020204030204" pitchFamily="34" charset="0"/>
                <a:cs typeface="Calibri" panose="020F0502020204030204" pitchFamily="34" charset="0"/>
              </a:rPr>
              <a:t>TTdC</a:t>
            </a:r>
            <a:endParaRPr lang="en-MY" sz="3200" b="1">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descr="TIME dotCom Berhad | LinkedIn">
            <a:extLst>
              <a:ext uri="{FF2B5EF4-FFF2-40B4-BE49-F238E27FC236}">
                <a16:creationId xmlns:a16="http://schemas.microsoft.com/office/drawing/2014/main" id="{5425EEEB-7447-4BC6-1B48-C3B3A12FB626}"/>
              </a:ext>
            </a:extLst>
          </p:cNvPr>
          <p:cNvPicPr>
            <a:picLocks noChangeAspect="1"/>
          </p:cNvPicPr>
          <p:nvPr/>
        </p:nvPicPr>
        <p:blipFill>
          <a:blip r:embed="rId5"/>
          <a:stretch>
            <a:fillRect/>
          </a:stretch>
        </p:blipFill>
        <p:spPr>
          <a:xfrm>
            <a:off x="9144000" y="258097"/>
            <a:ext cx="1069259" cy="1069259"/>
          </a:xfrm>
          <a:prstGeom prst="rect">
            <a:avLst/>
          </a:prstGeom>
        </p:spPr>
      </p:pic>
    </p:spTree>
    <p:extLst>
      <p:ext uri="{BB962C8B-B14F-4D97-AF65-F5344CB8AC3E}">
        <p14:creationId xmlns:p14="http://schemas.microsoft.com/office/powerpoint/2010/main" val="331623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bstract technology plexus stylish dynamic digital background, Technology  Lines HD wallpaper | Pxfuel">
            <a:extLst>
              <a:ext uri="{FF2B5EF4-FFF2-40B4-BE49-F238E27FC236}">
                <a16:creationId xmlns:a16="http://schemas.microsoft.com/office/drawing/2014/main" id="{4F14978B-3E7B-A95C-1E95-96769A6796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64" t="8841" r="11730"/>
          <a:stretch/>
        </p:blipFill>
        <p:spPr bwMode="auto">
          <a:xfrm rot="16200000">
            <a:off x="-608691" y="608689"/>
            <a:ext cx="6858001" cy="5640619"/>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092FF9B4-5F03-5227-8F1E-3EDBF84C9565}"/>
              </a:ext>
            </a:extLst>
          </p:cNvPr>
          <p:cNvSpPr/>
          <p:nvPr/>
        </p:nvSpPr>
        <p:spPr>
          <a:xfrm>
            <a:off x="1543825" y="-884917"/>
            <a:ext cx="15267709" cy="15267709"/>
          </a:xfrm>
          <a:prstGeom prst="ellipse">
            <a:avLst/>
          </a:prstGeom>
          <a:solidFill>
            <a:schemeClr val="bg1"/>
          </a:solidFill>
          <a:ln>
            <a:solidFill>
              <a:schemeClr val="bg1"/>
            </a:solidFill>
          </a:ln>
          <a:effectLst>
            <a:innerShdw blurRad="388745" dist="50800" dir="13500000">
              <a:prstClr val="black">
                <a:alpha val="82757"/>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44EA910-9F37-EE22-183D-6D379DA104CA}"/>
              </a:ext>
            </a:extLst>
          </p:cNvPr>
          <p:cNvSpPr/>
          <p:nvPr/>
        </p:nvSpPr>
        <p:spPr>
          <a:xfrm>
            <a:off x="-1061053" y="703729"/>
            <a:ext cx="5450541" cy="545054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79;p17">
            <a:extLst>
              <a:ext uri="{FF2B5EF4-FFF2-40B4-BE49-F238E27FC236}">
                <a16:creationId xmlns:a16="http://schemas.microsoft.com/office/drawing/2014/main" id="{0788A3F7-ADAC-EF6D-4752-036981A24C7F}"/>
              </a:ext>
            </a:extLst>
          </p:cNvPr>
          <p:cNvSpPr txBox="1"/>
          <p:nvPr/>
        </p:nvSpPr>
        <p:spPr>
          <a:xfrm>
            <a:off x="1915055" y="590314"/>
            <a:ext cx="12192000" cy="738114"/>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err="1">
                <a:solidFill>
                  <a:srgbClr val="FF0000"/>
                </a:solidFill>
                <a:latin typeface="Calibri"/>
                <a:cs typeface="Calibri"/>
                <a:sym typeface="Calibri"/>
              </a:rPr>
              <a:t>Quandatics</a:t>
            </a:r>
            <a:r>
              <a:rPr lang="en-US" sz="3800" b="1">
                <a:solidFill>
                  <a:srgbClr val="FF0000"/>
                </a:solidFill>
                <a:latin typeface="Calibri"/>
                <a:cs typeface="Calibri"/>
                <a:sym typeface="Calibri"/>
              </a:rPr>
              <a:t> Group</a:t>
            </a:r>
            <a:endParaRPr sz="1400" b="0" i="0" u="none" strike="noStrike" cap="none">
              <a:solidFill>
                <a:srgbClr val="FF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800"/>
              <a:buFont typeface="Calibri"/>
              <a:buNone/>
            </a:pPr>
            <a:endParaRPr sz="1800" b="1" i="0" u="none" strike="noStrike" cap="none">
              <a:solidFill>
                <a:schemeClr val="accent1"/>
              </a:solidFill>
              <a:latin typeface="Calibri"/>
              <a:ea typeface="Calibri"/>
              <a:cs typeface="Calibri"/>
              <a:sym typeface="Calibri"/>
            </a:endParaRPr>
          </a:p>
        </p:txBody>
      </p:sp>
      <p:pic>
        <p:nvPicPr>
          <p:cNvPr id="12" name="Google Shape;83;p17" descr="A black background with a red line&#10;&#10;Description automatically generated with low confidence">
            <a:extLst>
              <a:ext uri="{FF2B5EF4-FFF2-40B4-BE49-F238E27FC236}">
                <a16:creationId xmlns:a16="http://schemas.microsoft.com/office/drawing/2014/main" id="{9C342802-E129-E6B1-4830-C226D419076E}"/>
              </a:ext>
            </a:extLst>
          </p:cNvPr>
          <p:cNvPicPr preferRelativeResize="0"/>
          <p:nvPr/>
        </p:nvPicPr>
        <p:blipFill rotWithShape="1">
          <a:blip r:embed="rId3">
            <a:alphaModFix/>
          </a:blip>
          <a:srcRect l="28820" t="48393" r="30588" b="49765"/>
          <a:stretch/>
        </p:blipFill>
        <p:spPr>
          <a:xfrm>
            <a:off x="4563287" y="1220510"/>
            <a:ext cx="6187653" cy="107917"/>
          </a:xfrm>
          <a:prstGeom prst="rect">
            <a:avLst/>
          </a:prstGeom>
          <a:noFill/>
          <a:ln>
            <a:noFill/>
          </a:ln>
        </p:spPr>
      </p:pic>
      <p:sp>
        <p:nvSpPr>
          <p:cNvPr id="13" name="Google Shape;71;p3">
            <a:extLst>
              <a:ext uri="{FF2B5EF4-FFF2-40B4-BE49-F238E27FC236}">
                <a16:creationId xmlns:a16="http://schemas.microsoft.com/office/drawing/2014/main" id="{B267C864-5B11-3C44-1F26-7450DEFC295A}"/>
              </a:ext>
            </a:extLst>
          </p:cNvPr>
          <p:cNvSpPr txBox="1"/>
          <p:nvPr/>
        </p:nvSpPr>
        <p:spPr>
          <a:xfrm>
            <a:off x="4764589" y="1836842"/>
            <a:ext cx="6492931" cy="344705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MY" sz="1800" b="0" i="0">
                <a:solidFill>
                  <a:schemeClr val="tx1"/>
                </a:solidFill>
                <a:effectLst/>
                <a:latin typeface="Calibri" panose="020F0502020204030204" pitchFamily="34" charset="0"/>
                <a:cs typeface="Calibri" panose="020F0502020204030204" pitchFamily="34" charset="0"/>
              </a:rPr>
              <a:t>We live in a world where businesses are increasingly technology and data-driven. It has become imperative for organizations to transform digitally to gain competitive advantage. As a boutique business and technology consulting group, </a:t>
            </a:r>
            <a:r>
              <a:rPr lang="en-MY" sz="1800" b="0" i="0" err="1">
                <a:solidFill>
                  <a:schemeClr val="tx1"/>
                </a:solidFill>
                <a:effectLst/>
                <a:latin typeface="Calibri" panose="020F0502020204030204" pitchFamily="34" charset="0"/>
                <a:cs typeface="Calibri" panose="020F0502020204030204" pitchFamily="34" charset="0"/>
              </a:rPr>
              <a:t>Quandatics</a:t>
            </a:r>
            <a:r>
              <a:rPr lang="en-MY" sz="1800" b="0" i="0">
                <a:solidFill>
                  <a:schemeClr val="tx1"/>
                </a:solidFill>
                <a:effectLst/>
                <a:latin typeface="Calibri" panose="020F0502020204030204" pitchFamily="34" charset="0"/>
                <a:cs typeface="Calibri" panose="020F0502020204030204" pitchFamily="34" charset="0"/>
              </a:rPr>
              <a:t> stands as the leading enabler of digital transformation in Asia Pacific. We are dedicated to assist our clients to advance through this transformative journey by cultivating a culture of technology adoption for a future of innovation and success.</a:t>
            </a:r>
          </a:p>
          <a:p>
            <a:pPr marL="0" marR="0" lvl="0" indent="0" algn="just" rtl="0">
              <a:lnSpc>
                <a:spcPct val="100000"/>
              </a:lnSpc>
              <a:spcBef>
                <a:spcPts val="0"/>
              </a:spcBef>
              <a:spcAft>
                <a:spcPts val="0"/>
              </a:spcAft>
              <a:buClr>
                <a:srgbClr val="000000"/>
              </a:buClr>
              <a:buSzPts val="2000"/>
              <a:buFont typeface="Arial"/>
              <a:buNone/>
            </a:pPr>
            <a:endParaRPr lang="en-MY" sz="1800" b="0" i="0">
              <a:solidFill>
                <a:schemeClr val="tx1"/>
              </a:solidFill>
              <a:effectLst/>
              <a:latin typeface="Calibri" panose="020F0502020204030204" pitchFamily="34" charset="0"/>
              <a:cs typeface="Calibri" panose="020F0502020204030204" pitchFamily="34" charset="0"/>
            </a:endParaRPr>
          </a:p>
          <a:p>
            <a:pPr marL="0" marR="0" lvl="0" indent="0" algn="just" rtl="0">
              <a:lnSpc>
                <a:spcPct val="100000"/>
              </a:lnSpc>
              <a:spcBef>
                <a:spcPts val="0"/>
              </a:spcBef>
              <a:spcAft>
                <a:spcPts val="0"/>
              </a:spcAft>
              <a:buClr>
                <a:srgbClr val="000000"/>
              </a:buClr>
              <a:buSzPts val="2000"/>
              <a:buFont typeface="Arial"/>
              <a:buNone/>
            </a:pPr>
            <a:endParaRPr lang="en-MY" sz="1800" b="0" i="0">
              <a:solidFill>
                <a:schemeClr val="tx1"/>
              </a:solidFill>
              <a:effectLst/>
              <a:latin typeface="Calibri" panose="020F0502020204030204" pitchFamily="34" charset="0"/>
              <a:cs typeface="Calibri" panose="020F0502020204030204" pitchFamily="34" charset="0"/>
            </a:endParaRPr>
          </a:p>
          <a:p>
            <a:pPr marL="0" marR="0" lvl="0" indent="0" algn="just" rtl="0">
              <a:lnSpc>
                <a:spcPct val="100000"/>
              </a:lnSpc>
              <a:spcBef>
                <a:spcPts val="0"/>
              </a:spcBef>
              <a:spcAft>
                <a:spcPts val="0"/>
              </a:spcAft>
              <a:buClr>
                <a:srgbClr val="000000"/>
              </a:buClr>
              <a:buSzPts val="2000"/>
              <a:buFont typeface="Arial"/>
              <a:buNone/>
            </a:pPr>
            <a:endParaRPr lang="en-MY" sz="1800" b="0" i="0">
              <a:solidFill>
                <a:schemeClr val="tx1"/>
              </a:solidFill>
              <a:effectLst/>
              <a:latin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tx1"/>
              </a:solidFill>
              <a:latin typeface="Calibri" panose="020F0502020204030204" pitchFamily="34" charset="0"/>
              <a:ea typeface="Calibri"/>
              <a:cs typeface="Calibri" panose="020F0502020204030204" pitchFamily="34" charset="0"/>
              <a:sym typeface="Calibri"/>
            </a:endParaRPr>
          </a:p>
        </p:txBody>
      </p:sp>
      <p:sp>
        <p:nvSpPr>
          <p:cNvPr id="16" name="Google Shape;72;p3">
            <a:extLst>
              <a:ext uri="{FF2B5EF4-FFF2-40B4-BE49-F238E27FC236}">
                <a16:creationId xmlns:a16="http://schemas.microsoft.com/office/drawing/2014/main" id="{F02C737F-1E84-F124-3157-4EC6FA5A0FF6}"/>
              </a:ext>
            </a:extLst>
          </p:cNvPr>
          <p:cNvSpPr txBox="1"/>
          <p:nvPr/>
        </p:nvSpPr>
        <p:spPr>
          <a:xfrm>
            <a:off x="4937550" y="4493451"/>
            <a:ext cx="2045824" cy="1862136"/>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595959"/>
              </a:buClr>
              <a:buSzPts val="3500"/>
              <a:buFont typeface="Calibri"/>
              <a:buNone/>
            </a:pPr>
            <a:r>
              <a:rPr lang="en-US" sz="4300" b="1" i="0" u="none" strike="noStrike" cap="none">
                <a:solidFill>
                  <a:srgbClr val="FF0000"/>
                </a:solidFill>
                <a:latin typeface="Calibri"/>
                <a:ea typeface="Calibri"/>
                <a:cs typeface="Calibri"/>
                <a:sym typeface="Calibri"/>
              </a:rPr>
              <a:t>9</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595959"/>
              </a:buClr>
              <a:buSzPts val="3500"/>
              <a:buFont typeface="Calibri"/>
              <a:buNone/>
            </a:pPr>
            <a:r>
              <a:rPr lang="en-US" sz="2400" b="1" i="0" u="none" strike="noStrike" cap="none">
                <a:solidFill>
                  <a:srgbClr val="595959"/>
                </a:solidFill>
                <a:latin typeface="Calibri"/>
                <a:ea typeface="Calibri"/>
                <a:cs typeface="Calibri"/>
                <a:sym typeface="Calibri"/>
              </a:rPr>
              <a:t>Countries</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595959"/>
              </a:buClr>
              <a:buSzPts val="3500"/>
              <a:buFont typeface="Calibri"/>
              <a:buNone/>
            </a:pPr>
            <a:r>
              <a:rPr lang="en-US" sz="2400" b="1" i="0" u="none" strike="noStrike" cap="none">
                <a:solidFill>
                  <a:srgbClr val="595959"/>
                </a:solidFill>
                <a:latin typeface="Calibri"/>
                <a:ea typeface="Calibri"/>
                <a:cs typeface="Calibri"/>
                <a:sym typeface="Calibri"/>
              </a:rPr>
              <a:t>covered</a:t>
            </a:r>
            <a:endParaRPr sz="2400" b="0" i="0" u="none" strike="noStrike" cap="none">
              <a:solidFill>
                <a:schemeClr val="dk1"/>
              </a:solidFill>
              <a:latin typeface="Calibri"/>
              <a:ea typeface="Calibri"/>
              <a:cs typeface="Calibri"/>
              <a:sym typeface="Calibri"/>
            </a:endParaRPr>
          </a:p>
        </p:txBody>
      </p:sp>
      <p:sp>
        <p:nvSpPr>
          <p:cNvPr id="17" name="Google Shape;73;p3">
            <a:extLst>
              <a:ext uri="{FF2B5EF4-FFF2-40B4-BE49-F238E27FC236}">
                <a16:creationId xmlns:a16="http://schemas.microsoft.com/office/drawing/2014/main" id="{C9262AA0-3F8E-5AC9-8528-1C3F3C9B8E3E}"/>
              </a:ext>
            </a:extLst>
          </p:cNvPr>
          <p:cNvSpPr txBox="1"/>
          <p:nvPr/>
        </p:nvSpPr>
        <p:spPr>
          <a:xfrm>
            <a:off x="9033967" y="4493451"/>
            <a:ext cx="2045824" cy="1862136"/>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595959"/>
              </a:buClr>
              <a:buSzPts val="3500"/>
              <a:buFont typeface="Calibri"/>
              <a:buNone/>
            </a:pPr>
            <a:r>
              <a:rPr lang="en-US" sz="4300" b="1">
                <a:solidFill>
                  <a:srgbClr val="FF0000"/>
                </a:solidFill>
                <a:latin typeface="Calibri"/>
                <a:ea typeface="Calibri"/>
                <a:cs typeface="Calibri"/>
                <a:sym typeface="Calibri"/>
              </a:rPr>
              <a:t>270</a:t>
            </a:r>
            <a:r>
              <a:rPr lang="en-US" sz="4300" b="1" i="0" u="none" strike="noStrike" cap="none">
                <a:solidFill>
                  <a:srgbClr val="FF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595959"/>
              </a:buClr>
              <a:buSzPts val="3500"/>
              <a:buFont typeface="Calibri"/>
              <a:buNone/>
            </a:pPr>
            <a:r>
              <a:rPr lang="en-US" sz="2400" b="1" i="0" u="none" strike="noStrike" cap="none">
                <a:solidFill>
                  <a:srgbClr val="595959"/>
                </a:solidFill>
                <a:latin typeface="Calibri"/>
                <a:ea typeface="Calibri"/>
                <a:cs typeface="Calibri"/>
                <a:sym typeface="Calibri"/>
              </a:rPr>
              <a:t>Projects</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595959"/>
              </a:buClr>
              <a:buSzPts val="3500"/>
              <a:buFont typeface="Calibri"/>
              <a:buNone/>
            </a:pPr>
            <a:r>
              <a:rPr lang="en-US" sz="2400" b="1" i="0" u="none" strike="noStrike" cap="none">
                <a:solidFill>
                  <a:srgbClr val="595959"/>
                </a:solidFill>
                <a:latin typeface="Calibri"/>
                <a:ea typeface="Calibri"/>
                <a:cs typeface="Calibri"/>
                <a:sym typeface="Calibri"/>
              </a:rPr>
              <a:t>delivered</a:t>
            </a:r>
            <a:endParaRPr sz="2400" b="0" i="0" u="none" strike="noStrike" cap="none">
              <a:solidFill>
                <a:schemeClr val="dk1"/>
              </a:solidFill>
              <a:latin typeface="Calibri"/>
              <a:ea typeface="Calibri"/>
              <a:cs typeface="Calibri"/>
              <a:sym typeface="Calibri"/>
            </a:endParaRPr>
          </a:p>
        </p:txBody>
      </p:sp>
      <p:sp>
        <p:nvSpPr>
          <p:cNvPr id="18" name="Google Shape;74;p3">
            <a:extLst>
              <a:ext uri="{FF2B5EF4-FFF2-40B4-BE49-F238E27FC236}">
                <a16:creationId xmlns:a16="http://schemas.microsoft.com/office/drawing/2014/main" id="{8DD5FC6B-606F-6724-9710-CB84F290C0A2}"/>
              </a:ext>
            </a:extLst>
          </p:cNvPr>
          <p:cNvSpPr txBox="1"/>
          <p:nvPr/>
        </p:nvSpPr>
        <p:spPr>
          <a:xfrm>
            <a:off x="6988143" y="4493451"/>
            <a:ext cx="2045824" cy="1862136"/>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595959"/>
              </a:buClr>
              <a:buSzPts val="3500"/>
              <a:buFont typeface="Calibri"/>
              <a:buNone/>
            </a:pPr>
            <a:r>
              <a:rPr lang="en-US" sz="4300" b="1" i="0" u="none" strike="noStrike" cap="none">
                <a:solidFill>
                  <a:srgbClr val="FF0000"/>
                </a:solidFill>
                <a:latin typeface="Calibri"/>
                <a:ea typeface="Calibri"/>
                <a:cs typeface="Calibri"/>
                <a:sym typeface="Calibri"/>
              </a:rPr>
              <a:t>380+</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595959"/>
              </a:buClr>
              <a:buSzPts val="3500"/>
              <a:buFont typeface="Calibri"/>
              <a:buNone/>
            </a:pPr>
            <a:r>
              <a:rPr lang="en-US" sz="2400" b="1" i="0" u="none" strike="noStrike" cap="none">
                <a:solidFill>
                  <a:srgbClr val="595959"/>
                </a:solidFill>
                <a:latin typeface="Calibri"/>
                <a:ea typeface="Calibri"/>
                <a:cs typeface="Calibri"/>
                <a:sym typeface="Calibri"/>
              </a:rPr>
              <a:t>Unique</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595959"/>
              </a:buClr>
              <a:buSzPts val="3500"/>
              <a:buFont typeface="Calibri"/>
              <a:buNone/>
            </a:pPr>
            <a:r>
              <a:rPr lang="en-US" sz="2400" b="1" i="0" u="none" strike="noStrike" cap="none">
                <a:solidFill>
                  <a:srgbClr val="595959"/>
                </a:solidFill>
                <a:latin typeface="Calibri"/>
                <a:ea typeface="Calibri"/>
                <a:cs typeface="Calibri"/>
                <a:sym typeface="Calibri"/>
              </a:rPr>
              <a:t>clients</a:t>
            </a:r>
            <a:endParaRPr sz="2400" b="0" i="0" u="none" strike="noStrike" cap="none">
              <a:solidFill>
                <a:schemeClr val="dk1"/>
              </a:solidFill>
              <a:latin typeface="Calibri"/>
              <a:ea typeface="Calibri"/>
              <a:cs typeface="Calibri"/>
              <a:sym typeface="Calibri"/>
            </a:endParaRPr>
          </a:p>
        </p:txBody>
      </p:sp>
      <p:pic>
        <p:nvPicPr>
          <p:cNvPr id="3" name="Picture 2" descr="A person holding a tablet with a graph&#10;&#10;Description automatically generated">
            <a:extLst>
              <a:ext uri="{FF2B5EF4-FFF2-40B4-BE49-F238E27FC236}">
                <a16:creationId xmlns:a16="http://schemas.microsoft.com/office/drawing/2014/main" id="{4BA8608D-D06E-9CD9-DE66-5A77F3446AFE}"/>
              </a:ext>
            </a:extLst>
          </p:cNvPr>
          <p:cNvPicPr>
            <a:picLocks noChangeAspect="1"/>
          </p:cNvPicPr>
          <p:nvPr/>
        </p:nvPicPr>
        <p:blipFill>
          <a:blip r:embed="rId4"/>
          <a:stretch>
            <a:fillRect/>
          </a:stretch>
        </p:blipFill>
        <p:spPr>
          <a:xfrm>
            <a:off x="-1638798" y="-9660"/>
            <a:ext cx="6365247" cy="6365247"/>
          </a:xfrm>
          <a:prstGeom prst="rect">
            <a:avLst/>
          </a:prstGeom>
        </p:spPr>
      </p:pic>
      <p:sp>
        <p:nvSpPr>
          <p:cNvPr id="6" name="Oval 5">
            <a:extLst>
              <a:ext uri="{FF2B5EF4-FFF2-40B4-BE49-F238E27FC236}">
                <a16:creationId xmlns:a16="http://schemas.microsoft.com/office/drawing/2014/main" id="{6EFF13F3-EA26-A5A9-A7E8-715E47804A94}"/>
              </a:ext>
            </a:extLst>
          </p:cNvPr>
          <p:cNvSpPr/>
          <p:nvPr/>
        </p:nvSpPr>
        <p:spPr>
          <a:xfrm>
            <a:off x="-887254" y="881141"/>
            <a:ext cx="5102942" cy="5102942"/>
          </a:xfrm>
          <a:prstGeom prst="ellipse">
            <a:avLst/>
          </a:prstGeom>
          <a:noFill/>
          <a:ln w="762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71;p3">
            <a:extLst>
              <a:ext uri="{FF2B5EF4-FFF2-40B4-BE49-F238E27FC236}">
                <a16:creationId xmlns:a16="http://schemas.microsoft.com/office/drawing/2014/main" id="{BA41F550-2848-2ED8-180E-1AE116BC2965}"/>
              </a:ext>
            </a:extLst>
          </p:cNvPr>
          <p:cNvSpPr txBox="1"/>
          <p:nvPr/>
        </p:nvSpPr>
        <p:spPr>
          <a:xfrm>
            <a:off x="-43386" y="3754132"/>
            <a:ext cx="6492931" cy="150806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MY" sz="1800" b="0" i="0" err="1">
                <a:solidFill>
                  <a:schemeClr val="tx1"/>
                </a:solidFill>
                <a:effectLst/>
                <a:latin typeface="Calibri" panose="020F0502020204030204" pitchFamily="34" charset="0"/>
                <a:cs typeface="Calibri" panose="020F0502020204030204" pitchFamily="34" charset="0"/>
              </a:rPr>
              <a:t>quandatics</a:t>
            </a:r>
            <a:endParaRPr lang="en-MY" sz="1800" b="0" i="0">
              <a:solidFill>
                <a:schemeClr val="tx1"/>
              </a:solidFill>
              <a:effectLst/>
              <a:latin typeface="Calibri" panose="020F0502020204030204" pitchFamily="34" charset="0"/>
              <a:cs typeface="Calibri" panose="020F0502020204030204" pitchFamily="34" charset="0"/>
            </a:endParaRPr>
          </a:p>
          <a:p>
            <a:pPr marL="0" marR="0" lvl="0" indent="0" algn="just" rtl="0">
              <a:lnSpc>
                <a:spcPct val="100000"/>
              </a:lnSpc>
              <a:spcBef>
                <a:spcPts val="0"/>
              </a:spcBef>
              <a:spcAft>
                <a:spcPts val="0"/>
              </a:spcAft>
              <a:buClr>
                <a:srgbClr val="000000"/>
              </a:buClr>
              <a:buSzPts val="2000"/>
              <a:buFont typeface="Arial"/>
              <a:buNone/>
            </a:pPr>
            <a:endParaRPr lang="en-MY" sz="1800" b="0" i="0">
              <a:solidFill>
                <a:schemeClr val="tx1"/>
              </a:solidFill>
              <a:effectLst/>
              <a:latin typeface="Calibri" panose="020F0502020204030204" pitchFamily="34" charset="0"/>
              <a:cs typeface="Calibri" panose="020F0502020204030204" pitchFamily="34" charset="0"/>
            </a:endParaRPr>
          </a:p>
          <a:p>
            <a:pPr marL="0" marR="0" lvl="0" indent="0" algn="just" rtl="0">
              <a:lnSpc>
                <a:spcPct val="100000"/>
              </a:lnSpc>
              <a:spcBef>
                <a:spcPts val="0"/>
              </a:spcBef>
              <a:spcAft>
                <a:spcPts val="0"/>
              </a:spcAft>
              <a:buClr>
                <a:srgbClr val="000000"/>
              </a:buClr>
              <a:buSzPts val="2000"/>
              <a:buFont typeface="Arial"/>
              <a:buNone/>
            </a:pPr>
            <a:endParaRPr lang="en-MY" sz="1800" b="0" i="0">
              <a:solidFill>
                <a:schemeClr val="tx1"/>
              </a:solidFill>
              <a:effectLst/>
              <a:latin typeface="Calibri" panose="020F0502020204030204" pitchFamily="34" charset="0"/>
              <a:cs typeface="Calibri" panose="020F0502020204030204" pitchFamily="34" charset="0"/>
            </a:endParaRPr>
          </a:p>
          <a:p>
            <a:pPr marL="0" marR="0" lvl="0" indent="0" algn="just" rtl="0">
              <a:lnSpc>
                <a:spcPct val="100000"/>
              </a:lnSpc>
              <a:spcBef>
                <a:spcPts val="0"/>
              </a:spcBef>
              <a:spcAft>
                <a:spcPts val="0"/>
              </a:spcAft>
              <a:buClr>
                <a:srgbClr val="000000"/>
              </a:buClr>
              <a:buSzPts val="2000"/>
              <a:buFont typeface="Arial"/>
              <a:buNone/>
            </a:pPr>
            <a:endParaRPr lang="en-MY" sz="1800" b="0" i="0">
              <a:solidFill>
                <a:schemeClr val="tx1"/>
              </a:solidFill>
              <a:effectLst/>
              <a:latin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tx1"/>
              </a:solidFill>
              <a:latin typeface="Calibri" panose="020F0502020204030204" pitchFamily="34" charset="0"/>
              <a:ea typeface="Calibri"/>
              <a:cs typeface="Calibri" panose="020F0502020204030204" pitchFamily="34" charset="0"/>
              <a:sym typeface="Calibri"/>
            </a:endParaRPr>
          </a:p>
        </p:txBody>
      </p:sp>
      <p:sp>
        <p:nvSpPr>
          <p:cNvPr id="5" name="Google Shape;71;p3">
            <a:extLst>
              <a:ext uri="{FF2B5EF4-FFF2-40B4-BE49-F238E27FC236}">
                <a16:creationId xmlns:a16="http://schemas.microsoft.com/office/drawing/2014/main" id="{8E08D10A-BA81-C756-47BD-329A045D3796}"/>
              </a:ext>
            </a:extLst>
          </p:cNvPr>
          <p:cNvSpPr txBox="1"/>
          <p:nvPr/>
        </p:nvSpPr>
        <p:spPr>
          <a:xfrm>
            <a:off x="4967234" y="1338087"/>
            <a:ext cx="5783706" cy="32312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MY" sz="1500" err="1">
                <a:solidFill>
                  <a:schemeClr val="tx1"/>
                </a:solidFill>
                <a:latin typeface="Calibri" panose="020F0502020204030204" pitchFamily="34" charset="0"/>
                <a:cs typeface="Calibri" panose="020F0502020204030204" pitchFamily="34" charset="0"/>
              </a:rPr>
              <a:t>quandaticsgroup.com</a:t>
            </a:r>
            <a:endParaRPr lang="en-MY" sz="1500" b="0" i="0">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4210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p:nvPr/>
        </p:nvSpPr>
        <p:spPr>
          <a:xfrm>
            <a:off x="0" y="448808"/>
            <a:ext cx="12192000" cy="1493241"/>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rgbClr val="FF0000"/>
                </a:solidFill>
                <a:latin typeface="Calibri"/>
                <a:ea typeface="Calibri"/>
                <a:cs typeface="Calibri"/>
                <a:sym typeface="Calibri"/>
              </a:rPr>
              <a:t>Mission</a:t>
            </a:r>
            <a:r>
              <a:rPr lang="en-US" sz="3800" b="1" i="0" u="none" strike="noStrike" cap="none">
                <a:solidFill>
                  <a:srgbClr val="595959"/>
                </a:solidFill>
                <a:latin typeface="Calibri"/>
                <a:ea typeface="Calibri"/>
                <a:cs typeface="Calibri"/>
                <a:sym typeface="Calibri"/>
              </a:rPr>
              <a:t>, </a:t>
            </a:r>
            <a:r>
              <a:rPr lang="en-US" sz="3800" b="1" i="0" u="none" strike="noStrike" cap="none">
                <a:solidFill>
                  <a:srgbClr val="FF0000"/>
                </a:solidFill>
                <a:latin typeface="Calibri"/>
                <a:ea typeface="Calibri"/>
                <a:cs typeface="Calibri"/>
                <a:sym typeface="Calibri"/>
              </a:rPr>
              <a:t>Vision</a:t>
            </a:r>
            <a:r>
              <a:rPr lang="en-US" sz="3800" b="1" i="0" u="none" strike="noStrike" cap="none">
                <a:solidFill>
                  <a:srgbClr val="595959"/>
                </a:solidFill>
                <a:latin typeface="Calibri"/>
                <a:ea typeface="Calibri"/>
                <a:cs typeface="Calibri"/>
                <a:sym typeface="Calibri"/>
              </a:rPr>
              <a:t>, </a:t>
            </a:r>
            <a:r>
              <a:rPr lang="en-US" sz="3800" b="1" i="0" u="none" strike="noStrike" cap="none">
                <a:solidFill>
                  <a:srgbClr val="FF0000"/>
                </a:solidFill>
                <a:latin typeface="Calibri"/>
                <a:ea typeface="Calibri"/>
                <a:cs typeface="Calibri"/>
                <a:sym typeface="Calibri"/>
              </a:rPr>
              <a:t>Values</a:t>
            </a:r>
            <a:endParaRPr sz="1400" b="0" i="0" u="none" strike="noStrike" cap="none">
              <a:solidFill>
                <a:srgbClr val="FF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800"/>
              <a:buFont typeface="Calibri"/>
              <a:buNone/>
            </a:pPr>
            <a:endParaRPr sz="1800" b="1" i="0" u="none" strike="noStrike" cap="none">
              <a:solidFill>
                <a:schemeClr val="accent1"/>
              </a:solidFill>
              <a:latin typeface="Calibri"/>
              <a:ea typeface="Calibri"/>
              <a:cs typeface="Calibri"/>
              <a:sym typeface="Calibri"/>
            </a:endParaRPr>
          </a:p>
        </p:txBody>
      </p:sp>
      <p:sp>
        <p:nvSpPr>
          <p:cNvPr id="80" name="Google Shape;80;p17"/>
          <p:cNvSpPr txBox="1"/>
          <p:nvPr/>
        </p:nvSpPr>
        <p:spPr>
          <a:xfrm>
            <a:off x="861257" y="4573669"/>
            <a:ext cx="3292288" cy="9541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Mission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595959"/>
                </a:solidFill>
                <a:latin typeface="Calibri"/>
                <a:ea typeface="Calibri"/>
                <a:cs typeface="Calibri"/>
                <a:sym typeface="Calibri"/>
              </a:rPr>
              <a:t>To empower end-to-end digital transformation strategies</a:t>
            </a:r>
            <a:endParaRPr sz="2000" b="0" i="0" u="none" strike="noStrike" cap="none">
              <a:solidFill>
                <a:srgbClr val="595959"/>
              </a:solidFill>
              <a:latin typeface="Calibri"/>
              <a:ea typeface="Calibri"/>
              <a:cs typeface="Calibri"/>
              <a:sym typeface="Calibri"/>
            </a:endParaRPr>
          </a:p>
        </p:txBody>
      </p:sp>
      <p:sp>
        <p:nvSpPr>
          <p:cNvPr id="81" name="Google Shape;81;p17"/>
          <p:cNvSpPr txBox="1"/>
          <p:nvPr/>
        </p:nvSpPr>
        <p:spPr>
          <a:xfrm>
            <a:off x="4449856" y="4573669"/>
            <a:ext cx="3292288" cy="123110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Vision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595959"/>
                </a:solidFill>
                <a:latin typeface="Calibri"/>
                <a:ea typeface="Calibri"/>
                <a:cs typeface="Calibri"/>
                <a:sym typeface="Calibri"/>
              </a:rPr>
              <a:t>Leading the world towards a future of higher efficiencies and data-driven decisions</a:t>
            </a:r>
            <a:endParaRPr sz="2000" b="0" i="0" u="none" strike="noStrike" cap="none">
              <a:solidFill>
                <a:srgbClr val="595959"/>
              </a:solidFill>
              <a:latin typeface="Calibri"/>
              <a:ea typeface="Calibri"/>
              <a:cs typeface="Calibri"/>
              <a:sym typeface="Calibri"/>
            </a:endParaRPr>
          </a:p>
        </p:txBody>
      </p:sp>
      <p:sp>
        <p:nvSpPr>
          <p:cNvPr id="82" name="Google Shape;82;p17"/>
          <p:cNvSpPr txBox="1"/>
          <p:nvPr/>
        </p:nvSpPr>
        <p:spPr>
          <a:xfrm>
            <a:off x="7978663" y="4558280"/>
            <a:ext cx="3292288" cy="123110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Values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595959"/>
                </a:solidFill>
                <a:latin typeface="Calibri"/>
                <a:ea typeface="Calibri"/>
                <a:cs typeface="Calibri"/>
                <a:sym typeface="Calibri"/>
              </a:rPr>
              <a:t>Credible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595959"/>
                </a:solidFill>
                <a:latin typeface="Calibri"/>
                <a:ea typeface="Calibri"/>
                <a:cs typeface="Calibri"/>
                <a:sym typeface="Calibri"/>
              </a:rPr>
              <a:t>Commitment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595959"/>
                </a:solidFill>
                <a:latin typeface="Calibri"/>
                <a:ea typeface="Calibri"/>
                <a:cs typeface="Calibri"/>
                <a:sym typeface="Calibri"/>
              </a:rPr>
              <a:t>Mutual Success</a:t>
            </a:r>
            <a:endParaRPr sz="2000" b="0" i="0" u="none" strike="noStrike" cap="none">
              <a:solidFill>
                <a:srgbClr val="595959"/>
              </a:solidFill>
              <a:latin typeface="Calibri"/>
              <a:ea typeface="Calibri"/>
              <a:cs typeface="Calibri"/>
              <a:sym typeface="Calibri"/>
            </a:endParaRPr>
          </a:p>
        </p:txBody>
      </p:sp>
      <p:pic>
        <p:nvPicPr>
          <p:cNvPr id="83" name="Google Shape;83;p17" descr="A black background with a red line&#10;&#10;Description automatically generated with low confidence"/>
          <p:cNvPicPr preferRelativeResize="0"/>
          <p:nvPr/>
        </p:nvPicPr>
        <p:blipFill rotWithShape="1">
          <a:blip r:embed="rId3">
            <a:alphaModFix/>
          </a:blip>
          <a:srcRect l="28820" t="48393" r="30588" b="49765"/>
          <a:stretch/>
        </p:blipFill>
        <p:spPr>
          <a:xfrm>
            <a:off x="2765428" y="1089587"/>
            <a:ext cx="6187653" cy="107917"/>
          </a:xfrm>
          <a:prstGeom prst="rect">
            <a:avLst/>
          </a:prstGeom>
          <a:noFill/>
          <a:ln>
            <a:noFill/>
          </a:ln>
        </p:spPr>
      </p:pic>
      <p:pic>
        <p:nvPicPr>
          <p:cNvPr id="84" name="Google Shape;84;p17" descr="Icon&#10;&#10;Description automatically generated"/>
          <p:cNvPicPr preferRelativeResize="0"/>
          <p:nvPr/>
        </p:nvPicPr>
        <p:blipFill rotWithShape="1">
          <a:blip r:embed="rId4">
            <a:alphaModFix/>
          </a:blip>
          <a:srcRect l="16795" t="979" r="62387" b="-978"/>
          <a:stretch/>
        </p:blipFill>
        <p:spPr>
          <a:xfrm>
            <a:off x="1124001" y="1838282"/>
            <a:ext cx="2520177" cy="2421149"/>
          </a:xfrm>
          <a:prstGeom prst="rect">
            <a:avLst/>
          </a:prstGeom>
          <a:noFill/>
          <a:ln>
            <a:noFill/>
          </a:ln>
        </p:spPr>
      </p:pic>
      <p:pic>
        <p:nvPicPr>
          <p:cNvPr id="85" name="Google Shape;85;p17" descr="Icon&#10;&#10;Description automatically generated"/>
          <p:cNvPicPr preferRelativeResize="0"/>
          <p:nvPr/>
        </p:nvPicPr>
        <p:blipFill rotWithShape="1">
          <a:blip r:embed="rId4">
            <a:alphaModFix/>
          </a:blip>
          <a:srcRect l="60376" r="18805"/>
          <a:stretch/>
        </p:blipFill>
        <p:spPr>
          <a:xfrm>
            <a:off x="4768178" y="1838282"/>
            <a:ext cx="2520176" cy="2421149"/>
          </a:xfrm>
          <a:prstGeom prst="rect">
            <a:avLst/>
          </a:prstGeom>
          <a:noFill/>
          <a:ln>
            <a:noFill/>
          </a:ln>
        </p:spPr>
      </p:pic>
      <p:pic>
        <p:nvPicPr>
          <p:cNvPr id="86" name="Google Shape;86;p17" descr="Icon&#10;&#10;Description automatically generated"/>
          <p:cNvPicPr preferRelativeResize="0"/>
          <p:nvPr/>
        </p:nvPicPr>
        <p:blipFill rotWithShape="1">
          <a:blip r:embed="rId4">
            <a:alphaModFix/>
          </a:blip>
          <a:srcRect l="38182" r="39792"/>
          <a:stretch/>
        </p:blipFill>
        <p:spPr>
          <a:xfrm>
            <a:off x="8165372" y="1838283"/>
            <a:ext cx="2666274" cy="2421149"/>
          </a:xfrm>
          <a:prstGeom prst="rect">
            <a:avLst/>
          </a:prstGeom>
          <a:noFill/>
          <a:ln>
            <a:noFill/>
          </a:ln>
        </p:spPr>
      </p:pic>
    </p:spTree>
    <p:extLst>
      <p:ext uri="{BB962C8B-B14F-4D97-AF65-F5344CB8AC3E}">
        <p14:creationId xmlns:p14="http://schemas.microsoft.com/office/powerpoint/2010/main" val="683922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9">
          <a:extLst>
            <a:ext uri="{FF2B5EF4-FFF2-40B4-BE49-F238E27FC236}">
              <a16:creationId xmlns:a16="http://schemas.microsoft.com/office/drawing/2014/main" id="{F33ECED7-18B5-D5D1-09F7-BE650E489770}"/>
            </a:ext>
          </a:extLst>
        </p:cNvPr>
        <p:cNvGrpSpPr/>
        <p:nvPr/>
      </p:nvGrpSpPr>
      <p:grpSpPr>
        <a:xfrm>
          <a:off x="0" y="0"/>
          <a:ext cx="0" cy="0"/>
          <a:chOff x="0" y="0"/>
          <a:chExt cx="0" cy="0"/>
        </a:xfrm>
      </p:grpSpPr>
      <p:sp>
        <p:nvSpPr>
          <p:cNvPr id="105" name="Oval 104">
            <a:extLst>
              <a:ext uri="{FF2B5EF4-FFF2-40B4-BE49-F238E27FC236}">
                <a16:creationId xmlns:a16="http://schemas.microsoft.com/office/drawing/2014/main" id="{6568D967-E17E-CFEE-3C5C-F39D594575BB}"/>
              </a:ext>
            </a:extLst>
          </p:cNvPr>
          <p:cNvSpPr/>
          <p:nvPr/>
        </p:nvSpPr>
        <p:spPr>
          <a:xfrm>
            <a:off x="705173" y="5397052"/>
            <a:ext cx="10934054" cy="15400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Google Shape;79;p17">
            <a:extLst>
              <a:ext uri="{FF2B5EF4-FFF2-40B4-BE49-F238E27FC236}">
                <a16:creationId xmlns:a16="http://schemas.microsoft.com/office/drawing/2014/main" id="{8D4D1D98-15C3-8051-266B-181B043D5EE9}"/>
              </a:ext>
            </a:extLst>
          </p:cNvPr>
          <p:cNvSpPr txBox="1"/>
          <p:nvPr/>
        </p:nvSpPr>
        <p:spPr>
          <a:xfrm>
            <a:off x="2803908" y="384764"/>
            <a:ext cx="6939026" cy="678686"/>
          </a:xfrm>
          <a:prstGeom prst="rect">
            <a:avLst/>
          </a:prstGeom>
          <a:noFill/>
          <a:ln>
            <a:noFill/>
          </a:ln>
        </p:spPr>
        <p:txBody>
          <a:bodyPr spcFirstLastPara="1" wrap="square" lIns="91425" tIns="45700" rIns="91425" bIns="45700" anchor="t" anchorCtr="0">
            <a:normAutofit fontScale="92500"/>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rgbClr val="FF0000"/>
                </a:solidFill>
                <a:latin typeface="Calibri"/>
                <a:ea typeface="Arial"/>
                <a:cs typeface="Calibri"/>
                <a:sym typeface="Calibri"/>
              </a:rPr>
              <a:t>Key Pillars in Digital Transformation</a:t>
            </a:r>
            <a:endParaRPr sz="1400" b="0" i="0" u="none" strike="noStrike" cap="none">
              <a:solidFill>
                <a:srgbClr val="FF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800"/>
              <a:buFont typeface="Calibri"/>
              <a:buNone/>
            </a:pPr>
            <a:endParaRPr sz="1800" b="1" i="0" u="none" strike="noStrike" cap="none">
              <a:solidFill>
                <a:schemeClr val="accent1"/>
              </a:solidFill>
              <a:latin typeface="Calibri"/>
              <a:ea typeface="Calibri"/>
              <a:cs typeface="Calibri"/>
              <a:sym typeface="Calibri"/>
            </a:endParaRPr>
          </a:p>
        </p:txBody>
      </p:sp>
      <p:pic>
        <p:nvPicPr>
          <p:cNvPr id="15" name="Google Shape;83;p17" descr="A black background with a red line&#10;&#10;Description automatically generated with low confidence">
            <a:extLst>
              <a:ext uri="{FF2B5EF4-FFF2-40B4-BE49-F238E27FC236}">
                <a16:creationId xmlns:a16="http://schemas.microsoft.com/office/drawing/2014/main" id="{7A290B15-0348-A840-4939-C3DC993AD0B2}"/>
              </a:ext>
            </a:extLst>
          </p:cNvPr>
          <p:cNvPicPr preferRelativeResize="0"/>
          <p:nvPr/>
        </p:nvPicPr>
        <p:blipFill rotWithShape="1">
          <a:blip r:embed="rId3">
            <a:alphaModFix/>
          </a:blip>
          <a:srcRect l="28820" t="48393" r="30588" b="49765"/>
          <a:stretch/>
        </p:blipFill>
        <p:spPr>
          <a:xfrm>
            <a:off x="2162956" y="1068365"/>
            <a:ext cx="7679273" cy="133932"/>
          </a:xfrm>
          <a:prstGeom prst="rect">
            <a:avLst/>
          </a:prstGeom>
          <a:noFill/>
          <a:ln>
            <a:noFill/>
          </a:ln>
        </p:spPr>
      </p:pic>
      <p:sp>
        <p:nvSpPr>
          <p:cNvPr id="41" name="Freeform: Shape 40">
            <a:extLst>
              <a:ext uri="{FF2B5EF4-FFF2-40B4-BE49-F238E27FC236}">
                <a16:creationId xmlns:a16="http://schemas.microsoft.com/office/drawing/2014/main" id="{EE2BC9A9-EAA7-40E8-AD67-06566F486438}"/>
              </a:ext>
            </a:extLst>
          </p:cNvPr>
          <p:cNvSpPr/>
          <p:nvPr/>
        </p:nvSpPr>
        <p:spPr>
          <a:xfrm>
            <a:off x="3054473" y="2417575"/>
            <a:ext cx="6079001" cy="3039501"/>
          </a:xfrm>
          <a:custGeom>
            <a:avLst/>
            <a:gdLst>
              <a:gd name="connsiteX0" fmla="*/ 3234455 w 6468910"/>
              <a:gd name="connsiteY0" fmla="*/ 0 h 3234456"/>
              <a:gd name="connsiteX1" fmla="*/ 6468910 w 6468910"/>
              <a:gd name="connsiteY1" fmla="*/ 3234455 h 3234456"/>
              <a:gd name="connsiteX2" fmla="*/ 6468910 w 6468910"/>
              <a:gd name="connsiteY2" fmla="*/ 3234456 h 3234456"/>
              <a:gd name="connsiteX3" fmla="*/ 5296549 w 6468910"/>
              <a:gd name="connsiteY3" fmla="*/ 3234456 h 3234456"/>
              <a:gd name="connsiteX4" fmla="*/ 3234456 w 6468910"/>
              <a:gd name="connsiteY4" fmla="*/ 1172363 h 3234456"/>
              <a:gd name="connsiteX5" fmla="*/ 1172363 w 6468910"/>
              <a:gd name="connsiteY5" fmla="*/ 3234456 h 3234456"/>
              <a:gd name="connsiteX6" fmla="*/ 0 w 6468910"/>
              <a:gd name="connsiteY6" fmla="*/ 3234456 h 3234456"/>
              <a:gd name="connsiteX7" fmla="*/ 0 w 6468910"/>
              <a:gd name="connsiteY7" fmla="*/ 3234455 h 3234456"/>
              <a:gd name="connsiteX8" fmla="*/ 3234455 w 6468910"/>
              <a:gd name="connsiteY8" fmla="*/ 0 h 3234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68910" h="3234456">
                <a:moveTo>
                  <a:pt x="3234455" y="0"/>
                </a:moveTo>
                <a:cubicBezTo>
                  <a:pt x="5020795" y="0"/>
                  <a:pt x="6468910" y="1448115"/>
                  <a:pt x="6468910" y="3234455"/>
                </a:cubicBezTo>
                <a:lnTo>
                  <a:pt x="6468910" y="3234456"/>
                </a:lnTo>
                <a:lnTo>
                  <a:pt x="5296549" y="3234456"/>
                </a:lnTo>
                <a:cubicBezTo>
                  <a:pt x="5296549" y="2095593"/>
                  <a:pt x="4373319" y="1172363"/>
                  <a:pt x="3234456" y="1172363"/>
                </a:cubicBezTo>
                <a:cubicBezTo>
                  <a:pt x="2095593" y="1172363"/>
                  <a:pt x="1172363" y="2095593"/>
                  <a:pt x="1172363" y="3234456"/>
                </a:cubicBezTo>
                <a:lnTo>
                  <a:pt x="0" y="3234456"/>
                </a:lnTo>
                <a:lnTo>
                  <a:pt x="0" y="3234455"/>
                </a:lnTo>
                <a:cubicBezTo>
                  <a:pt x="0" y="1448115"/>
                  <a:pt x="1448115" y="0"/>
                  <a:pt x="3234455" y="0"/>
                </a:cubicBezTo>
                <a:close/>
              </a:path>
            </a:pathLst>
          </a:custGeom>
          <a:solidFill>
            <a:schemeClr val="bg1">
              <a:lumMod val="85000"/>
              <a:alpha val="50000"/>
            </a:schemeClr>
          </a:soli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grpSp>
        <p:nvGrpSpPr>
          <p:cNvPr id="42" name="Group 41">
            <a:extLst>
              <a:ext uri="{FF2B5EF4-FFF2-40B4-BE49-F238E27FC236}">
                <a16:creationId xmlns:a16="http://schemas.microsoft.com/office/drawing/2014/main" id="{652108DB-20D6-762E-6547-1AC9B0132902}"/>
              </a:ext>
            </a:extLst>
          </p:cNvPr>
          <p:cNvGrpSpPr/>
          <p:nvPr/>
        </p:nvGrpSpPr>
        <p:grpSpPr>
          <a:xfrm>
            <a:off x="3275189" y="2601743"/>
            <a:ext cx="5637567" cy="2855333"/>
            <a:chOff x="3097213" y="398463"/>
            <a:chExt cx="5999163" cy="3038475"/>
          </a:xfrm>
        </p:grpSpPr>
        <p:sp>
          <p:nvSpPr>
            <p:cNvPr id="43" name="Freeform 5">
              <a:extLst>
                <a:ext uri="{FF2B5EF4-FFF2-40B4-BE49-F238E27FC236}">
                  <a16:creationId xmlns:a16="http://schemas.microsoft.com/office/drawing/2014/main" id="{31DBF9BC-6903-5A06-7A8E-2BA279EFB16C}"/>
                </a:ext>
              </a:extLst>
            </p:cNvPr>
            <p:cNvSpPr>
              <a:spLocks/>
            </p:cNvSpPr>
            <p:nvPr/>
          </p:nvSpPr>
          <p:spPr bwMode="auto">
            <a:xfrm>
              <a:off x="6467476" y="501650"/>
              <a:ext cx="1504950" cy="1638300"/>
            </a:xfrm>
            <a:custGeom>
              <a:avLst/>
              <a:gdLst>
                <a:gd name="T0" fmla="*/ 487 w 2415"/>
                <a:gd name="T1" fmla="*/ 0 h 2624"/>
                <a:gd name="T2" fmla="*/ 2415 w 2415"/>
                <a:gd name="T3" fmla="*/ 934 h 2624"/>
                <a:gd name="T4" fmla="*/ 1060 w 2415"/>
                <a:gd name="T5" fmla="*/ 2624 h 2624"/>
                <a:gd name="T6" fmla="*/ 0 w 2415"/>
                <a:gd name="T7" fmla="*/ 2111 h 2624"/>
                <a:gd name="T8" fmla="*/ 487 w 2415"/>
                <a:gd name="T9" fmla="*/ 0 h 2624"/>
              </a:gdLst>
              <a:ahLst/>
              <a:cxnLst>
                <a:cxn ang="0">
                  <a:pos x="T0" y="T1"/>
                </a:cxn>
                <a:cxn ang="0">
                  <a:pos x="T2" y="T3"/>
                </a:cxn>
                <a:cxn ang="0">
                  <a:pos x="T4" y="T5"/>
                </a:cxn>
                <a:cxn ang="0">
                  <a:pos x="T6" y="T7"/>
                </a:cxn>
                <a:cxn ang="0">
                  <a:pos x="T8" y="T9"/>
                </a:cxn>
              </a:cxnLst>
              <a:rect l="0" t="0" r="r" b="b"/>
              <a:pathLst>
                <a:path w="2415" h="2624">
                  <a:moveTo>
                    <a:pt x="487" y="0"/>
                  </a:moveTo>
                  <a:cubicBezTo>
                    <a:pt x="1192" y="163"/>
                    <a:pt x="1851" y="482"/>
                    <a:pt x="2415" y="934"/>
                  </a:cubicBezTo>
                  <a:lnTo>
                    <a:pt x="1060" y="2624"/>
                  </a:lnTo>
                  <a:cubicBezTo>
                    <a:pt x="750" y="2376"/>
                    <a:pt x="388" y="2200"/>
                    <a:pt x="0" y="2111"/>
                  </a:cubicBezTo>
                  <a:lnTo>
                    <a:pt x="487" y="0"/>
                  </a:lnTo>
                  <a:close/>
                </a:path>
              </a:pathLst>
            </a:custGeom>
            <a:solidFill>
              <a:schemeClr val="accent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Freeform 6">
              <a:extLst>
                <a:ext uri="{FF2B5EF4-FFF2-40B4-BE49-F238E27FC236}">
                  <a16:creationId xmlns:a16="http://schemas.microsoft.com/office/drawing/2014/main" id="{21F71B6D-9C73-4796-3E6D-688BBD13B57D}"/>
                </a:ext>
              </a:extLst>
            </p:cNvPr>
            <p:cNvSpPr>
              <a:spLocks/>
            </p:cNvSpPr>
            <p:nvPr/>
          </p:nvSpPr>
          <p:spPr bwMode="auto">
            <a:xfrm>
              <a:off x="7127876" y="1084263"/>
              <a:ext cx="1673225" cy="1631950"/>
            </a:xfrm>
            <a:custGeom>
              <a:avLst/>
              <a:gdLst>
                <a:gd name="T0" fmla="*/ 1355 w 2687"/>
                <a:gd name="T1" fmla="*/ 0 h 2613"/>
                <a:gd name="T2" fmla="*/ 2687 w 2687"/>
                <a:gd name="T3" fmla="*/ 1678 h 2613"/>
                <a:gd name="T4" fmla="*/ 733 w 2687"/>
                <a:gd name="T5" fmla="*/ 2613 h 2613"/>
                <a:gd name="T6" fmla="*/ 0 w 2687"/>
                <a:gd name="T7" fmla="*/ 1690 h 2613"/>
                <a:gd name="T8" fmla="*/ 1355 w 2687"/>
                <a:gd name="T9" fmla="*/ 0 h 2613"/>
              </a:gdLst>
              <a:ahLst/>
              <a:cxnLst>
                <a:cxn ang="0">
                  <a:pos x="T0" y="T1"/>
                </a:cxn>
                <a:cxn ang="0">
                  <a:pos x="T2" y="T3"/>
                </a:cxn>
                <a:cxn ang="0">
                  <a:pos x="T4" y="T5"/>
                </a:cxn>
                <a:cxn ang="0">
                  <a:pos x="T6" y="T7"/>
                </a:cxn>
                <a:cxn ang="0">
                  <a:pos x="T8" y="T9"/>
                </a:cxn>
              </a:cxnLst>
              <a:rect l="0" t="0" r="r" b="b"/>
              <a:pathLst>
                <a:path w="2687" h="2613">
                  <a:moveTo>
                    <a:pt x="1355" y="0"/>
                  </a:moveTo>
                  <a:cubicBezTo>
                    <a:pt x="1919" y="453"/>
                    <a:pt x="2374" y="1026"/>
                    <a:pt x="2687" y="1678"/>
                  </a:cubicBezTo>
                  <a:lnTo>
                    <a:pt x="733" y="2613"/>
                  </a:lnTo>
                  <a:cubicBezTo>
                    <a:pt x="561" y="2255"/>
                    <a:pt x="311" y="1939"/>
                    <a:pt x="0" y="1690"/>
                  </a:cubicBezTo>
                  <a:lnTo>
                    <a:pt x="1355" y="0"/>
                  </a:lnTo>
                  <a:close/>
                </a:path>
              </a:pathLst>
            </a:custGeom>
            <a:solidFill>
              <a:schemeClr val="accent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Freeform 7">
              <a:extLst>
                <a:ext uri="{FF2B5EF4-FFF2-40B4-BE49-F238E27FC236}">
                  <a16:creationId xmlns:a16="http://schemas.microsoft.com/office/drawing/2014/main" id="{EBBE0BBA-3F1D-126D-2E0A-78C87380EE97}"/>
                </a:ext>
              </a:extLst>
            </p:cNvPr>
            <p:cNvSpPr>
              <a:spLocks/>
            </p:cNvSpPr>
            <p:nvPr/>
          </p:nvSpPr>
          <p:spPr bwMode="auto">
            <a:xfrm>
              <a:off x="7585076" y="2132013"/>
              <a:ext cx="1511300" cy="1304925"/>
            </a:xfrm>
            <a:custGeom>
              <a:avLst/>
              <a:gdLst>
                <a:gd name="T0" fmla="*/ 1954 w 2427"/>
                <a:gd name="T1" fmla="*/ 0 h 2090"/>
                <a:gd name="T2" fmla="*/ 2425 w 2427"/>
                <a:gd name="T3" fmla="*/ 2090 h 2090"/>
                <a:gd name="T4" fmla="*/ 259 w 2427"/>
                <a:gd name="T5" fmla="*/ 2085 h 2090"/>
                <a:gd name="T6" fmla="*/ 0 w 2427"/>
                <a:gd name="T7" fmla="*/ 935 h 2090"/>
                <a:gd name="T8" fmla="*/ 1954 w 2427"/>
                <a:gd name="T9" fmla="*/ 0 h 2090"/>
              </a:gdLst>
              <a:ahLst/>
              <a:cxnLst>
                <a:cxn ang="0">
                  <a:pos x="T0" y="T1"/>
                </a:cxn>
                <a:cxn ang="0">
                  <a:pos x="T2" y="T3"/>
                </a:cxn>
                <a:cxn ang="0">
                  <a:pos x="T4" y="T5"/>
                </a:cxn>
                <a:cxn ang="0">
                  <a:pos x="T6" y="T7"/>
                </a:cxn>
                <a:cxn ang="0">
                  <a:pos x="T8" y="T9"/>
                </a:cxn>
              </a:cxnLst>
              <a:rect l="0" t="0" r="r" b="b"/>
              <a:pathLst>
                <a:path w="2427" h="2090">
                  <a:moveTo>
                    <a:pt x="1954" y="0"/>
                  </a:moveTo>
                  <a:cubicBezTo>
                    <a:pt x="2266" y="653"/>
                    <a:pt x="2427" y="1367"/>
                    <a:pt x="2425" y="2090"/>
                  </a:cubicBezTo>
                  <a:lnTo>
                    <a:pt x="259" y="2085"/>
                  </a:lnTo>
                  <a:cubicBezTo>
                    <a:pt x="260" y="1687"/>
                    <a:pt x="171" y="1294"/>
                    <a:pt x="0" y="935"/>
                  </a:cubicBezTo>
                  <a:lnTo>
                    <a:pt x="1954"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Freeform 15">
              <a:extLst>
                <a:ext uri="{FF2B5EF4-FFF2-40B4-BE49-F238E27FC236}">
                  <a16:creationId xmlns:a16="http://schemas.microsoft.com/office/drawing/2014/main" id="{35E05440-7535-F69D-724F-7274C6A5D9EA}"/>
                </a:ext>
              </a:extLst>
            </p:cNvPr>
            <p:cNvSpPr>
              <a:spLocks/>
            </p:cNvSpPr>
            <p:nvPr/>
          </p:nvSpPr>
          <p:spPr bwMode="auto">
            <a:xfrm>
              <a:off x="3097213" y="2119313"/>
              <a:ext cx="1514475" cy="1306513"/>
            </a:xfrm>
            <a:custGeom>
              <a:avLst/>
              <a:gdLst>
                <a:gd name="T0" fmla="*/ 0 w 2431"/>
                <a:gd name="T1" fmla="*/ 2087 h 2093"/>
                <a:gd name="T2" fmla="*/ 482 w 2431"/>
                <a:gd name="T3" fmla="*/ 0 h 2093"/>
                <a:gd name="T4" fmla="*/ 2431 w 2431"/>
                <a:gd name="T5" fmla="*/ 945 h 2093"/>
                <a:gd name="T6" fmla="*/ 2166 w 2431"/>
                <a:gd name="T7" fmla="*/ 2093 h 2093"/>
                <a:gd name="T8" fmla="*/ 0 w 2431"/>
                <a:gd name="T9" fmla="*/ 2087 h 2093"/>
              </a:gdLst>
              <a:ahLst/>
              <a:cxnLst>
                <a:cxn ang="0">
                  <a:pos x="T0" y="T1"/>
                </a:cxn>
                <a:cxn ang="0">
                  <a:pos x="T2" y="T3"/>
                </a:cxn>
                <a:cxn ang="0">
                  <a:pos x="T4" y="T5"/>
                </a:cxn>
                <a:cxn ang="0">
                  <a:pos x="T6" y="T7"/>
                </a:cxn>
                <a:cxn ang="0">
                  <a:pos x="T8" y="T9"/>
                </a:cxn>
              </a:cxnLst>
              <a:rect l="0" t="0" r="r" b="b"/>
              <a:pathLst>
                <a:path w="2431" h="2093">
                  <a:moveTo>
                    <a:pt x="0" y="2087"/>
                  </a:moveTo>
                  <a:cubicBezTo>
                    <a:pt x="2" y="1364"/>
                    <a:pt x="166" y="651"/>
                    <a:pt x="482" y="0"/>
                  </a:cubicBezTo>
                  <a:lnTo>
                    <a:pt x="2431" y="945"/>
                  </a:lnTo>
                  <a:cubicBezTo>
                    <a:pt x="2258" y="1302"/>
                    <a:pt x="2167" y="1695"/>
                    <a:pt x="2166" y="2093"/>
                  </a:cubicBezTo>
                  <a:lnTo>
                    <a:pt x="0" y="2087"/>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7" name="Freeform 16">
              <a:extLst>
                <a:ext uri="{FF2B5EF4-FFF2-40B4-BE49-F238E27FC236}">
                  <a16:creationId xmlns:a16="http://schemas.microsoft.com/office/drawing/2014/main" id="{7CEB558E-FD9E-C051-02D4-0ABC9C6AFCE6}"/>
                </a:ext>
              </a:extLst>
            </p:cNvPr>
            <p:cNvSpPr>
              <a:spLocks/>
            </p:cNvSpPr>
            <p:nvPr/>
          </p:nvSpPr>
          <p:spPr bwMode="auto">
            <a:xfrm>
              <a:off x="3397251" y="1074738"/>
              <a:ext cx="1674813" cy="1635125"/>
            </a:xfrm>
            <a:custGeom>
              <a:avLst/>
              <a:gdLst>
                <a:gd name="T0" fmla="*/ 0 w 2686"/>
                <a:gd name="T1" fmla="*/ 1672 h 2617"/>
                <a:gd name="T2" fmla="*/ 1340 w 2686"/>
                <a:gd name="T3" fmla="*/ 0 h 2617"/>
                <a:gd name="T4" fmla="*/ 2686 w 2686"/>
                <a:gd name="T5" fmla="*/ 1697 h 2617"/>
                <a:gd name="T6" fmla="*/ 1949 w 2686"/>
                <a:gd name="T7" fmla="*/ 2617 h 2617"/>
                <a:gd name="T8" fmla="*/ 0 w 2686"/>
                <a:gd name="T9" fmla="*/ 1672 h 2617"/>
              </a:gdLst>
              <a:ahLst/>
              <a:cxnLst>
                <a:cxn ang="0">
                  <a:pos x="T0" y="T1"/>
                </a:cxn>
                <a:cxn ang="0">
                  <a:pos x="T2" y="T3"/>
                </a:cxn>
                <a:cxn ang="0">
                  <a:pos x="T4" y="T5"/>
                </a:cxn>
                <a:cxn ang="0">
                  <a:pos x="T6" y="T7"/>
                </a:cxn>
                <a:cxn ang="0">
                  <a:pos x="T8" y="T9"/>
                </a:cxn>
              </a:cxnLst>
              <a:rect l="0" t="0" r="r" b="b"/>
              <a:pathLst>
                <a:path w="2686" h="2617">
                  <a:moveTo>
                    <a:pt x="0" y="1672"/>
                  </a:moveTo>
                  <a:cubicBezTo>
                    <a:pt x="315" y="1021"/>
                    <a:pt x="773" y="450"/>
                    <a:pt x="1340" y="0"/>
                  </a:cubicBezTo>
                  <a:lnTo>
                    <a:pt x="2686" y="1697"/>
                  </a:lnTo>
                  <a:cubicBezTo>
                    <a:pt x="2374" y="1944"/>
                    <a:pt x="2123" y="2259"/>
                    <a:pt x="1949" y="2617"/>
                  </a:cubicBezTo>
                  <a:lnTo>
                    <a:pt x="0" y="1672"/>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17">
              <a:extLst>
                <a:ext uri="{FF2B5EF4-FFF2-40B4-BE49-F238E27FC236}">
                  <a16:creationId xmlns:a16="http://schemas.microsoft.com/office/drawing/2014/main" id="{43D64754-CB2B-2B4A-3525-59DF8CE1E9B2}"/>
                </a:ext>
              </a:extLst>
            </p:cNvPr>
            <p:cNvSpPr>
              <a:spLocks/>
            </p:cNvSpPr>
            <p:nvPr/>
          </p:nvSpPr>
          <p:spPr bwMode="auto">
            <a:xfrm>
              <a:off x="4232276" y="498475"/>
              <a:ext cx="1501775" cy="1636713"/>
            </a:xfrm>
            <a:custGeom>
              <a:avLst/>
              <a:gdLst>
                <a:gd name="T0" fmla="*/ 0 w 2409"/>
                <a:gd name="T1" fmla="*/ 924 h 2621"/>
                <a:gd name="T2" fmla="*/ 1932 w 2409"/>
                <a:gd name="T3" fmla="*/ 0 h 2621"/>
                <a:gd name="T4" fmla="*/ 2409 w 2409"/>
                <a:gd name="T5" fmla="*/ 2113 h 2621"/>
                <a:gd name="T6" fmla="*/ 1346 w 2409"/>
                <a:gd name="T7" fmla="*/ 2621 h 2621"/>
                <a:gd name="T8" fmla="*/ 0 w 2409"/>
                <a:gd name="T9" fmla="*/ 924 h 2621"/>
              </a:gdLst>
              <a:ahLst/>
              <a:cxnLst>
                <a:cxn ang="0">
                  <a:pos x="T0" y="T1"/>
                </a:cxn>
                <a:cxn ang="0">
                  <a:pos x="T2" y="T3"/>
                </a:cxn>
                <a:cxn ang="0">
                  <a:pos x="T4" y="T5"/>
                </a:cxn>
                <a:cxn ang="0">
                  <a:pos x="T6" y="T7"/>
                </a:cxn>
                <a:cxn ang="0">
                  <a:pos x="T8" y="T9"/>
                </a:cxn>
              </a:cxnLst>
              <a:rect l="0" t="0" r="r" b="b"/>
              <a:pathLst>
                <a:path w="2409" h="2621">
                  <a:moveTo>
                    <a:pt x="0" y="924"/>
                  </a:moveTo>
                  <a:cubicBezTo>
                    <a:pt x="566" y="475"/>
                    <a:pt x="1227" y="159"/>
                    <a:pt x="1932" y="0"/>
                  </a:cubicBezTo>
                  <a:lnTo>
                    <a:pt x="2409" y="2113"/>
                  </a:lnTo>
                  <a:cubicBezTo>
                    <a:pt x="2021" y="2200"/>
                    <a:pt x="1658" y="2374"/>
                    <a:pt x="1346" y="2621"/>
                  </a:cubicBezTo>
                  <a:lnTo>
                    <a:pt x="0" y="924"/>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18">
              <a:extLst>
                <a:ext uri="{FF2B5EF4-FFF2-40B4-BE49-F238E27FC236}">
                  <a16:creationId xmlns:a16="http://schemas.microsoft.com/office/drawing/2014/main" id="{F9B485E1-5638-FC37-13D6-EAAFA2CEA653}"/>
                </a:ext>
              </a:extLst>
            </p:cNvPr>
            <p:cNvSpPr>
              <a:spLocks/>
            </p:cNvSpPr>
            <p:nvPr/>
          </p:nvSpPr>
          <p:spPr bwMode="auto">
            <a:xfrm>
              <a:off x="5435601" y="398463"/>
              <a:ext cx="1335088" cy="1420813"/>
            </a:xfrm>
            <a:custGeom>
              <a:avLst/>
              <a:gdLst>
                <a:gd name="T0" fmla="*/ 0 w 2142"/>
                <a:gd name="T1" fmla="*/ 160 h 2276"/>
                <a:gd name="T2" fmla="*/ 2142 w 2142"/>
                <a:gd name="T3" fmla="*/ 165 h 2276"/>
                <a:gd name="T4" fmla="*/ 1655 w 2142"/>
                <a:gd name="T5" fmla="*/ 2276 h 2276"/>
                <a:gd name="T6" fmla="*/ 477 w 2142"/>
                <a:gd name="T7" fmla="*/ 2273 h 2276"/>
                <a:gd name="T8" fmla="*/ 0 w 2142"/>
                <a:gd name="T9" fmla="*/ 160 h 2276"/>
              </a:gdLst>
              <a:ahLst/>
              <a:cxnLst>
                <a:cxn ang="0">
                  <a:pos x="T0" y="T1"/>
                </a:cxn>
                <a:cxn ang="0">
                  <a:pos x="T2" y="T3"/>
                </a:cxn>
                <a:cxn ang="0">
                  <a:pos x="T4" y="T5"/>
                </a:cxn>
                <a:cxn ang="0">
                  <a:pos x="T6" y="T7"/>
                </a:cxn>
                <a:cxn ang="0">
                  <a:pos x="T8" y="T9"/>
                </a:cxn>
              </a:cxnLst>
              <a:rect l="0" t="0" r="r" b="b"/>
              <a:pathLst>
                <a:path w="2142" h="2276">
                  <a:moveTo>
                    <a:pt x="0" y="160"/>
                  </a:moveTo>
                  <a:cubicBezTo>
                    <a:pt x="705" y="0"/>
                    <a:pt x="1438" y="2"/>
                    <a:pt x="2142" y="165"/>
                  </a:cubicBezTo>
                  <a:lnTo>
                    <a:pt x="1655" y="2276"/>
                  </a:lnTo>
                  <a:cubicBezTo>
                    <a:pt x="1267" y="2186"/>
                    <a:pt x="865" y="2185"/>
                    <a:pt x="477" y="2273"/>
                  </a:cubicBezTo>
                  <a:lnTo>
                    <a:pt x="0" y="16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0" name="Freeform: Shape 49">
            <a:extLst>
              <a:ext uri="{FF2B5EF4-FFF2-40B4-BE49-F238E27FC236}">
                <a16:creationId xmlns:a16="http://schemas.microsoft.com/office/drawing/2014/main" id="{19CD16F0-8F81-A3AF-B827-2D51A0C033BE}"/>
              </a:ext>
            </a:extLst>
          </p:cNvPr>
          <p:cNvSpPr/>
          <p:nvPr/>
        </p:nvSpPr>
        <p:spPr>
          <a:xfrm>
            <a:off x="4156171" y="3519274"/>
            <a:ext cx="3875603" cy="1937801"/>
          </a:xfrm>
          <a:custGeom>
            <a:avLst/>
            <a:gdLst>
              <a:gd name="connsiteX0" fmla="*/ 2062093 w 4124186"/>
              <a:gd name="connsiteY0" fmla="*/ 0 h 2062093"/>
              <a:gd name="connsiteX1" fmla="*/ 4124186 w 4124186"/>
              <a:gd name="connsiteY1" fmla="*/ 2062093 h 2062093"/>
              <a:gd name="connsiteX2" fmla="*/ 3711660 w 4124186"/>
              <a:gd name="connsiteY2" fmla="*/ 2062093 h 2062093"/>
              <a:gd name="connsiteX3" fmla="*/ 3228905 w 4124186"/>
              <a:gd name="connsiteY3" fmla="*/ 893977 h 2062093"/>
              <a:gd name="connsiteX4" fmla="*/ 3229087 w 4124186"/>
              <a:gd name="connsiteY4" fmla="*/ 893693 h 2062093"/>
              <a:gd name="connsiteX5" fmla="*/ 2062093 w 4124186"/>
              <a:gd name="connsiteY5" fmla="*/ 410102 h 2062093"/>
              <a:gd name="connsiteX6" fmla="*/ 896253 w 4124186"/>
              <a:gd name="connsiteY6" fmla="*/ 893693 h 2062093"/>
              <a:gd name="connsiteX7" fmla="*/ 895280 w 4124186"/>
              <a:gd name="connsiteY7" fmla="*/ 893977 h 2062093"/>
              <a:gd name="connsiteX8" fmla="*/ 412525 w 4124186"/>
              <a:gd name="connsiteY8" fmla="*/ 2062093 h 2062093"/>
              <a:gd name="connsiteX9" fmla="*/ 0 w 4124186"/>
              <a:gd name="connsiteY9" fmla="*/ 2062093 h 2062093"/>
              <a:gd name="connsiteX10" fmla="*/ 2062093 w 4124186"/>
              <a:gd name="connsiteY10" fmla="*/ 0 h 2062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24186" h="2062093">
                <a:moveTo>
                  <a:pt x="2062093" y="0"/>
                </a:moveTo>
                <a:cubicBezTo>
                  <a:pt x="3200956" y="0"/>
                  <a:pt x="4124186" y="923230"/>
                  <a:pt x="4124186" y="2062093"/>
                </a:cubicBezTo>
                <a:lnTo>
                  <a:pt x="3711660" y="2062093"/>
                </a:lnTo>
                <a:cubicBezTo>
                  <a:pt x="3711660" y="1624050"/>
                  <a:pt x="3537868" y="1204102"/>
                  <a:pt x="3228905" y="893977"/>
                </a:cubicBezTo>
                <a:lnTo>
                  <a:pt x="3229087" y="893693"/>
                </a:lnTo>
                <a:cubicBezTo>
                  <a:pt x="2919425" y="584195"/>
                  <a:pt x="2500105" y="410102"/>
                  <a:pt x="2062093" y="410102"/>
                </a:cubicBezTo>
                <a:cubicBezTo>
                  <a:pt x="1624903" y="410102"/>
                  <a:pt x="1205773" y="584195"/>
                  <a:pt x="896253" y="893693"/>
                </a:cubicBezTo>
                <a:lnTo>
                  <a:pt x="895280" y="893977"/>
                </a:lnTo>
                <a:cubicBezTo>
                  <a:pt x="586317" y="1204102"/>
                  <a:pt x="412525" y="1624050"/>
                  <a:pt x="412525" y="2062093"/>
                </a:cubicBezTo>
                <a:lnTo>
                  <a:pt x="0" y="2062093"/>
                </a:lnTo>
                <a:cubicBezTo>
                  <a:pt x="0" y="923230"/>
                  <a:pt x="923230" y="0"/>
                  <a:pt x="2062093" y="0"/>
                </a:cubicBezTo>
                <a:close/>
              </a:path>
            </a:pathLst>
          </a:custGeom>
          <a:solidFill>
            <a:schemeClr val="tx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2645745B-82EC-DEC5-8BFE-FCF115F660E0}"/>
              </a:ext>
            </a:extLst>
          </p:cNvPr>
          <p:cNvSpPr/>
          <p:nvPr/>
        </p:nvSpPr>
        <p:spPr>
          <a:xfrm>
            <a:off x="4763663" y="4083778"/>
            <a:ext cx="2654156" cy="2558058"/>
          </a:xfrm>
          <a:prstGeom prst="ellipse">
            <a:avLst/>
          </a:prstGeom>
          <a:solidFill>
            <a:srgbClr val="D52F2E"/>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sz="2800" b="1">
                <a:solidFill>
                  <a:schemeClr val="bg1"/>
                </a:solidFill>
              </a:rPr>
              <a:t>7 Pillars </a:t>
            </a:r>
            <a:r>
              <a:rPr lang="en-US" sz="1600" b="1">
                <a:solidFill>
                  <a:schemeClr val="bg1"/>
                </a:solidFill>
              </a:rPr>
              <a:t>of Digital Transformation</a:t>
            </a:r>
          </a:p>
        </p:txBody>
      </p:sp>
      <p:sp>
        <p:nvSpPr>
          <p:cNvPr id="85" name="TextBox 84">
            <a:extLst>
              <a:ext uri="{FF2B5EF4-FFF2-40B4-BE49-F238E27FC236}">
                <a16:creationId xmlns:a16="http://schemas.microsoft.com/office/drawing/2014/main" id="{9C0FD1F8-58AD-1646-D0D7-F0A068A2DB45}"/>
              </a:ext>
            </a:extLst>
          </p:cNvPr>
          <p:cNvSpPr txBox="1"/>
          <p:nvPr/>
        </p:nvSpPr>
        <p:spPr>
          <a:xfrm>
            <a:off x="9330982" y="4521687"/>
            <a:ext cx="2091945" cy="584775"/>
          </a:xfrm>
          <a:prstGeom prst="rect">
            <a:avLst/>
          </a:prstGeom>
          <a:noFill/>
        </p:spPr>
        <p:txBody>
          <a:bodyPr wrap="square" lIns="0" rIns="0" rtlCol="0" anchor="b">
            <a:spAutoFit/>
          </a:bodyPr>
          <a:lstStyle/>
          <a:p>
            <a:r>
              <a:rPr lang="en-US" sz="1600" b="1" noProof="1"/>
              <a:t>Security &amp; Compliance</a:t>
            </a:r>
          </a:p>
        </p:txBody>
      </p:sp>
      <p:sp>
        <p:nvSpPr>
          <p:cNvPr id="88" name="TextBox 87">
            <a:extLst>
              <a:ext uri="{FF2B5EF4-FFF2-40B4-BE49-F238E27FC236}">
                <a16:creationId xmlns:a16="http://schemas.microsoft.com/office/drawing/2014/main" id="{B7BA1135-DB6C-8D90-1F81-9532C1AD128E}"/>
              </a:ext>
            </a:extLst>
          </p:cNvPr>
          <p:cNvSpPr txBox="1"/>
          <p:nvPr/>
        </p:nvSpPr>
        <p:spPr>
          <a:xfrm>
            <a:off x="1492608" y="4521687"/>
            <a:ext cx="1336678" cy="584775"/>
          </a:xfrm>
          <a:prstGeom prst="rect">
            <a:avLst/>
          </a:prstGeom>
          <a:noFill/>
        </p:spPr>
        <p:txBody>
          <a:bodyPr wrap="square" lIns="0" rIns="0" rtlCol="0" anchor="b">
            <a:spAutoFit/>
          </a:bodyPr>
          <a:lstStyle/>
          <a:p>
            <a:pPr algn="r"/>
            <a:r>
              <a:rPr lang="en-US" sz="1600" b="1" noProof="1"/>
              <a:t>Data Utilisation</a:t>
            </a:r>
          </a:p>
        </p:txBody>
      </p:sp>
      <p:sp>
        <p:nvSpPr>
          <p:cNvPr id="91" name="TextBox 90">
            <a:extLst>
              <a:ext uri="{FF2B5EF4-FFF2-40B4-BE49-F238E27FC236}">
                <a16:creationId xmlns:a16="http://schemas.microsoft.com/office/drawing/2014/main" id="{B4FA0422-77EC-55D7-E7F8-538646C3812A}"/>
              </a:ext>
            </a:extLst>
          </p:cNvPr>
          <p:cNvSpPr txBox="1"/>
          <p:nvPr/>
        </p:nvSpPr>
        <p:spPr>
          <a:xfrm>
            <a:off x="7544562" y="2110163"/>
            <a:ext cx="1956679" cy="584775"/>
          </a:xfrm>
          <a:prstGeom prst="rect">
            <a:avLst/>
          </a:prstGeom>
          <a:noFill/>
        </p:spPr>
        <p:txBody>
          <a:bodyPr wrap="square" lIns="0" rIns="0" rtlCol="0" anchor="b">
            <a:spAutoFit/>
          </a:bodyPr>
          <a:lstStyle/>
          <a:p>
            <a:r>
              <a:rPr lang="en-US" sz="1600" b="1" noProof="1"/>
              <a:t>Cultural Empowerment</a:t>
            </a:r>
          </a:p>
        </p:txBody>
      </p:sp>
      <p:sp>
        <p:nvSpPr>
          <p:cNvPr id="94" name="TextBox 93">
            <a:extLst>
              <a:ext uri="{FF2B5EF4-FFF2-40B4-BE49-F238E27FC236}">
                <a16:creationId xmlns:a16="http://schemas.microsoft.com/office/drawing/2014/main" id="{55D0978B-4418-5382-6142-705CC2CBBCC0}"/>
              </a:ext>
            </a:extLst>
          </p:cNvPr>
          <p:cNvSpPr txBox="1"/>
          <p:nvPr/>
        </p:nvSpPr>
        <p:spPr>
          <a:xfrm>
            <a:off x="1615398" y="3143288"/>
            <a:ext cx="1851555" cy="584775"/>
          </a:xfrm>
          <a:prstGeom prst="rect">
            <a:avLst/>
          </a:prstGeom>
          <a:noFill/>
        </p:spPr>
        <p:txBody>
          <a:bodyPr wrap="square" lIns="0" rIns="0" rtlCol="0" anchor="b">
            <a:spAutoFit/>
          </a:bodyPr>
          <a:lstStyle/>
          <a:p>
            <a:pPr algn="r"/>
            <a:r>
              <a:rPr lang="en-US" sz="1600" b="1" noProof="1"/>
              <a:t>Business Model Innovation</a:t>
            </a:r>
          </a:p>
        </p:txBody>
      </p:sp>
      <p:sp>
        <p:nvSpPr>
          <p:cNvPr id="97" name="TextBox 96">
            <a:extLst>
              <a:ext uri="{FF2B5EF4-FFF2-40B4-BE49-F238E27FC236}">
                <a16:creationId xmlns:a16="http://schemas.microsoft.com/office/drawing/2014/main" id="{53D36FA6-AA4F-5C74-C0A9-8955CF69B496}"/>
              </a:ext>
            </a:extLst>
          </p:cNvPr>
          <p:cNvSpPr txBox="1"/>
          <p:nvPr/>
        </p:nvSpPr>
        <p:spPr>
          <a:xfrm>
            <a:off x="5422402" y="1784316"/>
            <a:ext cx="1336678" cy="584775"/>
          </a:xfrm>
          <a:prstGeom prst="rect">
            <a:avLst/>
          </a:prstGeom>
          <a:noFill/>
        </p:spPr>
        <p:txBody>
          <a:bodyPr wrap="square" lIns="0" rIns="0" rtlCol="0" anchor="b">
            <a:spAutoFit/>
          </a:bodyPr>
          <a:lstStyle/>
          <a:p>
            <a:pPr algn="ctr"/>
            <a:r>
              <a:rPr lang="en-US" sz="1600" b="1" noProof="1"/>
              <a:t>Customer Experience</a:t>
            </a:r>
          </a:p>
        </p:txBody>
      </p:sp>
      <p:sp>
        <p:nvSpPr>
          <p:cNvPr id="100" name="TextBox 99">
            <a:extLst>
              <a:ext uri="{FF2B5EF4-FFF2-40B4-BE49-F238E27FC236}">
                <a16:creationId xmlns:a16="http://schemas.microsoft.com/office/drawing/2014/main" id="{0DEC5532-518D-16F2-6CB4-A47DEFB12448}"/>
              </a:ext>
            </a:extLst>
          </p:cNvPr>
          <p:cNvSpPr txBox="1"/>
          <p:nvPr/>
        </p:nvSpPr>
        <p:spPr>
          <a:xfrm>
            <a:off x="8800793" y="3246207"/>
            <a:ext cx="1336678" cy="584775"/>
          </a:xfrm>
          <a:prstGeom prst="rect">
            <a:avLst/>
          </a:prstGeom>
          <a:noFill/>
        </p:spPr>
        <p:txBody>
          <a:bodyPr wrap="square" lIns="0" rIns="0" rtlCol="0" anchor="b">
            <a:spAutoFit/>
          </a:bodyPr>
          <a:lstStyle/>
          <a:p>
            <a:r>
              <a:rPr lang="en-US" sz="1600" b="1" noProof="1"/>
              <a:t>Technology Adoption</a:t>
            </a:r>
          </a:p>
        </p:txBody>
      </p:sp>
      <p:sp>
        <p:nvSpPr>
          <p:cNvPr id="103" name="TextBox 102">
            <a:extLst>
              <a:ext uri="{FF2B5EF4-FFF2-40B4-BE49-F238E27FC236}">
                <a16:creationId xmlns:a16="http://schemas.microsoft.com/office/drawing/2014/main" id="{8219C635-3276-4D11-7CA1-0138973C0EDE}"/>
              </a:ext>
            </a:extLst>
          </p:cNvPr>
          <p:cNvSpPr txBox="1"/>
          <p:nvPr/>
        </p:nvSpPr>
        <p:spPr>
          <a:xfrm>
            <a:off x="3463682" y="2076079"/>
            <a:ext cx="1336678" cy="584775"/>
          </a:xfrm>
          <a:prstGeom prst="rect">
            <a:avLst/>
          </a:prstGeom>
          <a:noFill/>
        </p:spPr>
        <p:txBody>
          <a:bodyPr wrap="square" lIns="0" rIns="0" rtlCol="0" anchor="b">
            <a:spAutoFit/>
          </a:bodyPr>
          <a:lstStyle/>
          <a:p>
            <a:pPr algn="r"/>
            <a:r>
              <a:rPr lang="en-US" sz="1600" b="1" noProof="1"/>
              <a:t>Process Optimization</a:t>
            </a:r>
          </a:p>
        </p:txBody>
      </p:sp>
      <p:sp>
        <p:nvSpPr>
          <p:cNvPr id="106" name="TextBox 105">
            <a:extLst>
              <a:ext uri="{FF2B5EF4-FFF2-40B4-BE49-F238E27FC236}">
                <a16:creationId xmlns:a16="http://schemas.microsoft.com/office/drawing/2014/main" id="{B5863206-7A65-1503-68B6-343074DE1636}"/>
              </a:ext>
            </a:extLst>
          </p:cNvPr>
          <p:cNvSpPr txBox="1"/>
          <p:nvPr/>
        </p:nvSpPr>
        <p:spPr>
          <a:xfrm>
            <a:off x="705173" y="5619394"/>
            <a:ext cx="3450998" cy="461665"/>
          </a:xfrm>
          <a:prstGeom prst="rect">
            <a:avLst/>
          </a:prstGeom>
          <a:noFill/>
        </p:spPr>
        <p:txBody>
          <a:bodyPr wrap="square" rtlCol="0">
            <a:spAutoFit/>
          </a:bodyPr>
          <a:lstStyle/>
          <a:p>
            <a:pPr algn="ctr"/>
            <a:r>
              <a:rPr lang="en-US" sz="2400" b="1"/>
              <a:t>Business Problems</a:t>
            </a:r>
          </a:p>
        </p:txBody>
      </p:sp>
      <p:sp>
        <p:nvSpPr>
          <p:cNvPr id="107" name="TextBox 106">
            <a:extLst>
              <a:ext uri="{FF2B5EF4-FFF2-40B4-BE49-F238E27FC236}">
                <a16:creationId xmlns:a16="http://schemas.microsoft.com/office/drawing/2014/main" id="{6866C675-7B8B-7F14-E919-B031DBB380E9}"/>
              </a:ext>
            </a:extLst>
          </p:cNvPr>
          <p:cNvSpPr txBox="1"/>
          <p:nvPr/>
        </p:nvSpPr>
        <p:spPr>
          <a:xfrm>
            <a:off x="7887734" y="5619394"/>
            <a:ext cx="3697249" cy="461665"/>
          </a:xfrm>
          <a:prstGeom prst="rect">
            <a:avLst/>
          </a:prstGeom>
          <a:noFill/>
        </p:spPr>
        <p:txBody>
          <a:bodyPr wrap="square" rtlCol="0">
            <a:spAutoFit/>
          </a:bodyPr>
          <a:lstStyle/>
          <a:p>
            <a:pPr algn="ctr"/>
            <a:r>
              <a:rPr lang="en-US" sz="2400" b="1"/>
              <a:t>Business Outcomes</a:t>
            </a:r>
          </a:p>
        </p:txBody>
      </p:sp>
      <p:sp>
        <p:nvSpPr>
          <p:cNvPr id="108" name="Right Triangle 107">
            <a:extLst>
              <a:ext uri="{FF2B5EF4-FFF2-40B4-BE49-F238E27FC236}">
                <a16:creationId xmlns:a16="http://schemas.microsoft.com/office/drawing/2014/main" id="{9FBB5BAB-A1DD-7575-23DB-2E10DAFBCF4C}"/>
              </a:ext>
            </a:extLst>
          </p:cNvPr>
          <p:cNvSpPr/>
          <p:nvPr/>
        </p:nvSpPr>
        <p:spPr>
          <a:xfrm rot="13405390">
            <a:off x="4098898" y="5688287"/>
            <a:ext cx="395111" cy="428978"/>
          </a:xfrm>
          <a:prstGeom prst="r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ight Triangle 108">
            <a:extLst>
              <a:ext uri="{FF2B5EF4-FFF2-40B4-BE49-F238E27FC236}">
                <a16:creationId xmlns:a16="http://schemas.microsoft.com/office/drawing/2014/main" id="{710E9F2B-3B6B-39E7-F23B-1164957C779F}"/>
              </a:ext>
            </a:extLst>
          </p:cNvPr>
          <p:cNvSpPr/>
          <p:nvPr/>
        </p:nvSpPr>
        <p:spPr>
          <a:xfrm rot="13405390">
            <a:off x="7396552" y="5670700"/>
            <a:ext cx="395111" cy="428978"/>
          </a:xfrm>
          <a:prstGeom prst="r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771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P spid="107" grpId="0"/>
      <p:bldP spid="108" grpId="0" animBg="1"/>
      <p:bldP spid="10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14" name="Google Shape;79;p17">
            <a:extLst>
              <a:ext uri="{FF2B5EF4-FFF2-40B4-BE49-F238E27FC236}">
                <a16:creationId xmlns:a16="http://schemas.microsoft.com/office/drawing/2014/main" id="{181B03CD-433D-91CC-C6E8-0983096E0785}"/>
              </a:ext>
            </a:extLst>
          </p:cNvPr>
          <p:cNvSpPr txBox="1"/>
          <p:nvPr/>
        </p:nvSpPr>
        <p:spPr>
          <a:xfrm>
            <a:off x="2949676" y="414016"/>
            <a:ext cx="6218757" cy="1493241"/>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lumMod val="65000"/>
                    <a:lumOff val="35000"/>
                  </a:schemeClr>
                </a:solidFill>
                <a:latin typeface="Calibri"/>
                <a:ea typeface="Arial"/>
                <a:cs typeface="Calibri"/>
                <a:sym typeface="Calibri"/>
              </a:rPr>
              <a:t>Our</a:t>
            </a:r>
            <a:r>
              <a:rPr lang="en-US" sz="3800" b="1" i="0" u="none" strike="noStrike" cap="none">
                <a:solidFill>
                  <a:srgbClr val="FF0000"/>
                </a:solidFill>
                <a:latin typeface="Calibri"/>
                <a:ea typeface="Arial"/>
                <a:cs typeface="Calibri"/>
                <a:sym typeface="Calibri"/>
              </a:rPr>
              <a:t> Domains</a:t>
            </a:r>
            <a:endParaRPr sz="1400" b="0" i="0" u="none" strike="noStrike" cap="none">
              <a:solidFill>
                <a:srgbClr val="FF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800"/>
              <a:buFont typeface="Calibri"/>
              <a:buNone/>
            </a:pPr>
            <a:endParaRPr sz="1800" b="1" i="0" u="none" strike="noStrike" cap="none">
              <a:solidFill>
                <a:schemeClr val="accent1"/>
              </a:solidFill>
              <a:latin typeface="Calibri"/>
              <a:ea typeface="Calibri"/>
              <a:cs typeface="Calibri"/>
              <a:sym typeface="Calibri"/>
            </a:endParaRPr>
          </a:p>
        </p:txBody>
      </p:sp>
      <p:pic>
        <p:nvPicPr>
          <p:cNvPr id="3" name="Google Shape;252;p23" descr="A black background with a red line&#10;&#10;Description automatically generated with low confidence">
            <a:extLst>
              <a:ext uri="{FF2B5EF4-FFF2-40B4-BE49-F238E27FC236}">
                <a16:creationId xmlns:a16="http://schemas.microsoft.com/office/drawing/2014/main" id="{112278FE-C3C3-9292-1C6F-19481B18C293}"/>
              </a:ext>
            </a:extLst>
          </p:cNvPr>
          <p:cNvPicPr preferRelativeResize="0"/>
          <p:nvPr/>
        </p:nvPicPr>
        <p:blipFill rotWithShape="1">
          <a:blip r:embed="rId3">
            <a:alphaModFix/>
          </a:blip>
          <a:srcRect l="28820" t="48393" r="30588" b="49874"/>
          <a:stretch/>
        </p:blipFill>
        <p:spPr>
          <a:xfrm>
            <a:off x="2493426" y="1118237"/>
            <a:ext cx="6675007" cy="99253"/>
          </a:xfrm>
          <a:prstGeom prst="rect">
            <a:avLst/>
          </a:prstGeom>
          <a:noFill/>
          <a:ln>
            <a:noFill/>
          </a:ln>
        </p:spPr>
      </p:pic>
      <p:grpSp>
        <p:nvGrpSpPr>
          <p:cNvPr id="26" name="Group 25">
            <a:extLst>
              <a:ext uri="{FF2B5EF4-FFF2-40B4-BE49-F238E27FC236}">
                <a16:creationId xmlns:a16="http://schemas.microsoft.com/office/drawing/2014/main" id="{2FC5B79B-844D-C8F5-389B-EE0FFCE0D543}"/>
              </a:ext>
            </a:extLst>
          </p:cNvPr>
          <p:cNvGrpSpPr/>
          <p:nvPr/>
        </p:nvGrpSpPr>
        <p:grpSpPr>
          <a:xfrm>
            <a:off x="1232208" y="1618676"/>
            <a:ext cx="2221098" cy="2140757"/>
            <a:chOff x="1232209" y="1618676"/>
            <a:chExt cx="2221098" cy="2140757"/>
          </a:xfrm>
        </p:grpSpPr>
        <p:pic>
          <p:nvPicPr>
            <p:cNvPr id="2" name="Picture 1">
              <a:extLst>
                <a:ext uri="{FF2B5EF4-FFF2-40B4-BE49-F238E27FC236}">
                  <a16:creationId xmlns:a16="http://schemas.microsoft.com/office/drawing/2014/main" id="{847168DE-CA99-3BA9-5B2C-22359EF637FE}"/>
                </a:ext>
              </a:extLst>
            </p:cNvPr>
            <p:cNvPicPr>
              <a:picLocks noChangeAspect="1"/>
            </p:cNvPicPr>
            <p:nvPr/>
          </p:nvPicPr>
          <p:blipFill rotWithShape="1">
            <a:blip r:embed="rId4"/>
            <a:srcRect l="5035" t="8983" r="75129" b="53673"/>
            <a:stretch/>
          </p:blipFill>
          <p:spPr>
            <a:xfrm>
              <a:off x="1232209" y="1618676"/>
              <a:ext cx="2221098" cy="2140757"/>
            </a:xfrm>
            <a:prstGeom prst="rect">
              <a:avLst/>
            </a:prstGeom>
            <a:effectLst>
              <a:outerShdw blurRad="291304" dist="155992" dir="7835785" sx="100008" sy="100008" algn="ctr" rotWithShape="0">
                <a:srgbClr val="000000">
                  <a:alpha val="73884"/>
                </a:srgbClr>
              </a:outerShdw>
            </a:effectLst>
          </p:spPr>
        </p:pic>
        <p:sp>
          <p:nvSpPr>
            <p:cNvPr id="4" name="TextBox 3">
              <a:extLst>
                <a:ext uri="{FF2B5EF4-FFF2-40B4-BE49-F238E27FC236}">
                  <a16:creationId xmlns:a16="http://schemas.microsoft.com/office/drawing/2014/main" id="{0E6B0A27-F163-2C7B-89E5-91636EA31336}"/>
                </a:ext>
              </a:extLst>
            </p:cNvPr>
            <p:cNvSpPr txBox="1"/>
            <p:nvPr/>
          </p:nvSpPr>
          <p:spPr>
            <a:xfrm>
              <a:off x="1334714" y="2862814"/>
              <a:ext cx="2016087" cy="523220"/>
            </a:xfrm>
            <a:prstGeom prst="rect">
              <a:avLst/>
            </a:prstGeom>
            <a:solidFill>
              <a:schemeClr val="bg1"/>
            </a:solidFill>
          </p:spPr>
          <p:txBody>
            <a:bodyPr wrap="square" rtlCol="0">
              <a:spAutoFit/>
            </a:bodyPr>
            <a:lstStyle/>
            <a:p>
              <a:pPr algn="ctr"/>
              <a:r>
                <a:rPr lang="en-US" b="1">
                  <a:latin typeface="Calibri" panose="020F0502020204030204" pitchFamily="34" charset="0"/>
                  <a:cs typeface="Calibri" panose="020F0502020204030204" pitchFamily="34" charset="0"/>
                </a:rPr>
                <a:t>Business &amp; Technology</a:t>
              </a:r>
              <a:br>
                <a:rPr lang="en-US" b="1">
                  <a:latin typeface="Calibri" panose="020F0502020204030204" pitchFamily="34" charset="0"/>
                  <a:cs typeface="Calibri" panose="020F0502020204030204" pitchFamily="34" charset="0"/>
                </a:rPr>
              </a:br>
              <a:r>
                <a:rPr lang="en-US" b="1">
                  <a:latin typeface="Calibri" panose="020F0502020204030204" pitchFamily="34" charset="0"/>
                  <a:cs typeface="Calibri" panose="020F0502020204030204" pitchFamily="34" charset="0"/>
                </a:rPr>
                <a:t>Consulting</a:t>
              </a:r>
            </a:p>
          </p:txBody>
        </p:sp>
      </p:grpSp>
      <p:sp>
        <p:nvSpPr>
          <p:cNvPr id="12" name="TextBox 11">
            <a:extLst>
              <a:ext uri="{FF2B5EF4-FFF2-40B4-BE49-F238E27FC236}">
                <a16:creationId xmlns:a16="http://schemas.microsoft.com/office/drawing/2014/main" id="{06A2FBE7-7401-5589-616E-09778BD3C5F6}"/>
              </a:ext>
            </a:extLst>
          </p:cNvPr>
          <p:cNvSpPr txBox="1"/>
          <p:nvPr/>
        </p:nvSpPr>
        <p:spPr>
          <a:xfrm>
            <a:off x="3876578" y="2927365"/>
            <a:ext cx="2016087" cy="307777"/>
          </a:xfrm>
          <a:prstGeom prst="rect">
            <a:avLst/>
          </a:prstGeom>
          <a:solidFill>
            <a:schemeClr val="bg1"/>
          </a:solidFill>
        </p:spPr>
        <p:txBody>
          <a:bodyPr wrap="square" rtlCol="0">
            <a:spAutoFit/>
          </a:bodyPr>
          <a:lstStyle/>
          <a:p>
            <a:pPr algn="ctr"/>
            <a:r>
              <a:rPr lang="en-US" b="1">
                <a:latin typeface="Calibri" panose="020F0502020204030204" pitchFamily="34" charset="0"/>
                <a:cs typeface="Calibri" panose="020F0502020204030204" pitchFamily="34" charset="0"/>
              </a:rPr>
              <a:t>Advanced Analytics</a:t>
            </a:r>
          </a:p>
        </p:txBody>
      </p:sp>
      <p:sp>
        <p:nvSpPr>
          <p:cNvPr id="13" name="TextBox 12">
            <a:extLst>
              <a:ext uri="{FF2B5EF4-FFF2-40B4-BE49-F238E27FC236}">
                <a16:creationId xmlns:a16="http://schemas.microsoft.com/office/drawing/2014/main" id="{97D8C0A5-FDF2-7CEB-E0B8-D97750E2F847}"/>
              </a:ext>
            </a:extLst>
          </p:cNvPr>
          <p:cNvSpPr txBox="1"/>
          <p:nvPr/>
        </p:nvSpPr>
        <p:spPr>
          <a:xfrm>
            <a:off x="6382678" y="2927364"/>
            <a:ext cx="2016087" cy="307777"/>
          </a:xfrm>
          <a:prstGeom prst="rect">
            <a:avLst/>
          </a:prstGeom>
          <a:solidFill>
            <a:schemeClr val="bg1"/>
          </a:solidFill>
        </p:spPr>
        <p:txBody>
          <a:bodyPr wrap="square" rtlCol="0">
            <a:spAutoFit/>
          </a:bodyPr>
          <a:lstStyle/>
          <a:p>
            <a:pPr algn="ctr"/>
            <a:r>
              <a:rPr lang="en-US" b="1">
                <a:latin typeface="Calibri" panose="020F0502020204030204" pitchFamily="34" charset="0"/>
                <a:cs typeface="Calibri" panose="020F0502020204030204" pitchFamily="34" charset="0"/>
              </a:rPr>
              <a:t>Cybersecurity</a:t>
            </a:r>
          </a:p>
        </p:txBody>
      </p:sp>
      <p:grpSp>
        <p:nvGrpSpPr>
          <p:cNvPr id="23" name="Group 22">
            <a:extLst>
              <a:ext uri="{FF2B5EF4-FFF2-40B4-BE49-F238E27FC236}">
                <a16:creationId xmlns:a16="http://schemas.microsoft.com/office/drawing/2014/main" id="{BA577DE2-3486-6EE5-5090-9AAB9CA10B57}"/>
              </a:ext>
            </a:extLst>
          </p:cNvPr>
          <p:cNvGrpSpPr/>
          <p:nvPr/>
        </p:nvGrpSpPr>
        <p:grpSpPr>
          <a:xfrm>
            <a:off x="8816800" y="1618676"/>
            <a:ext cx="2149571" cy="2140756"/>
            <a:chOff x="8816800" y="1618676"/>
            <a:chExt cx="2149571" cy="2140756"/>
          </a:xfrm>
        </p:grpSpPr>
        <p:pic>
          <p:nvPicPr>
            <p:cNvPr id="10" name="Picture 9">
              <a:extLst>
                <a:ext uri="{FF2B5EF4-FFF2-40B4-BE49-F238E27FC236}">
                  <a16:creationId xmlns:a16="http://schemas.microsoft.com/office/drawing/2014/main" id="{77E266C6-13D5-C3C7-B670-785BEF578131}"/>
                </a:ext>
              </a:extLst>
            </p:cNvPr>
            <p:cNvPicPr>
              <a:picLocks noChangeAspect="1"/>
            </p:cNvPicPr>
            <p:nvPr/>
          </p:nvPicPr>
          <p:blipFill rotWithShape="1">
            <a:blip r:embed="rId4"/>
            <a:srcRect l="53525" t="56306" r="27857" b="6350"/>
            <a:stretch/>
          </p:blipFill>
          <p:spPr>
            <a:xfrm>
              <a:off x="8817262" y="1618676"/>
              <a:ext cx="2148647" cy="2140756"/>
            </a:xfrm>
            <a:prstGeom prst="rect">
              <a:avLst/>
            </a:prstGeom>
            <a:effectLst>
              <a:outerShdw blurRad="291304" dist="155992" dir="7835785" sx="100008" sy="100008" algn="ctr" rotWithShape="0">
                <a:srgbClr val="000000">
                  <a:alpha val="73884"/>
                </a:srgbClr>
              </a:outerShdw>
            </a:effectLst>
          </p:spPr>
        </p:pic>
        <p:sp>
          <p:nvSpPr>
            <p:cNvPr id="15" name="TextBox 14">
              <a:extLst>
                <a:ext uri="{FF2B5EF4-FFF2-40B4-BE49-F238E27FC236}">
                  <a16:creationId xmlns:a16="http://schemas.microsoft.com/office/drawing/2014/main" id="{834FC6D5-1F0E-143D-4DF5-240363024717}"/>
                </a:ext>
              </a:extLst>
            </p:cNvPr>
            <p:cNvSpPr txBox="1"/>
            <p:nvPr/>
          </p:nvSpPr>
          <p:spPr>
            <a:xfrm>
              <a:off x="8816800" y="2862814"/>
              <a:ext cx="2149571" cy="523220"/>
            </a:xfrm>
            <a:prstGeom prst="rect">
              <a:avLst/>
            </a:prstGeom>
            <a:solidFill>
              <a:schemeClr val="bg1"/>
            </a:solidFill>
          </p:spPr>
          <p:txBody>
            <a:bodyPr wrap="square" rtlCol="0">
              <a:spAutoFit/>
            </a:bodyPr>
            <a:lstStyle/>
            <a:p>
              <a:pPr algn="ctr"/>
              <a:r>
                <a:rPr lang="en-US" b="1">
                  <a:latin typeface="Calibri" panose="020F0502020204030204" pitchFamily="34" charset="0"/>
                  <a:cs typeface="Calibri" panose="020F0502020204030204" pitchFamily="34" charset="0"/>
                </a:rPr>
                <a:t>Robotic Processing Automation (RPA)</a:t>
              </a:r>
            </a:p>
          </p:txBody>
        </p:sp>
      </p:grpSp>
      <p:grpSp>
        <p:nvGrpSpPr>
          <p:cNvPr id="25" name="Group 24">
            <a:extLst>
              <a:ext uri="{FF2B5EF4-FFF2-40B4-BE49-F238E27FC236}">
                <a16:creationId xmlns:a16="http://schemas.microsoft.com/office/drawing/2014/main" id="{D64E49ED-4EFC-0D4B-8434-43459058D962}"/>
              </a:ext>
            </a:extLst>
          </p:cNvPr>
          <p:cNvGrpSpPr/>
          <p:nvPr/>
        </p:nvGrpSpPr>
        <p:grpSpPr>
          <a:xfrm>
            <a:off x="3822451" y="1618676"/>
            <a:ext cx="2113261" cy="2140756"/>
            <a:chOff x="3822451" y="1618676"/>
            <a:chExt cx="2113261" cy="2140756"/>
          </a:xfrm>
        </p:grpSpPr>
        <p:pic>
          <p:nvPicPr>
            <p:cNvPr id="5" name="Picture 4">
              <a:extLst>
                <a:ext uri="{FF2B5EF4-FFF2-40B4-BE49-F238E27FC236}">
                  <a16:creationId xmlns:a16="http://schemas.microsoft.com/office/drawing/2014/main" id="{73F95C26-E92D-B992-0CAA-37292528BCE5}"/>
                </a:ext>
              </a:extLst>
            </p:cNvPr>
            <p:cNvPicPr>
              <a:picLocks noChangeAspect="1"/>
            </p:cNvPicPr>
            <p:nvPr/>
          </p:nvPicPr>
          <p:blipFill rotWithShape="1">
            <a:blip r:embed="rId4"/>
            <a:srcRect l="29889" t="8983" r="51800" b="53673"/>
            <a:stretch/>
          </p:blipFill>
          <p:spPr>
            <a:xfrm>
              <a:off x="3822451" y="1618676"/>
              <a:ext cx="2113261" cy="2140756"/>
            </a:xfrm>
            <a:prstGeom prst="rect">
              <a:avLst/>
            </a:prstGeom>
            <a:effectLst>
              <a:outerShdw blurRad="291304" dist="155992" dir="7835785" sx="100008" sy="100008" algn="ctr" rotWithShape="0">
                <a:srgbClr val="000000">
                  <a:alpha val="73884"/>
                </a:srgbClr>
              </a:outerShdw>
            </a:effectLst>
          </p:spPr>
        </p:pic>
        <p:sp>
          <p:nvSpPr>
            <p:cNvPr id="16" name="TextBox 15">
              <a:extLst>
                <a:ext uri="{FF2B5EF4-FFF2-40B4-BE49-F238E27FC236}">
                  <a16:creationId xmlns:a16="http://schemas.microsoft.com/office/drawing/2014/main" id="{7FB2FAAA-6EBB-21A0-A471-2B8FB1B156EA}"/>
                </a:ext>
              </a:extLst>
            </p:cNvPr>
            <p:cNvSpPr txBox="1"/>
            <p:nvPr/>
          </p:nvSpPr>
          <p:spPr>
            <a:xfrm>
              <a:off x="3876578" y="2970536"/>
              <a:ext cx="2016087" cy="307777"/>
            </a:xfrm>
            <a:prstGeom prst="rect">
              <a:avLst/>
            </a:prstGeom>
            <a:solidFill>
              <a:schemeClr val="bg1"/>
            </a:solidFill>
          </p:spPr>
          <p:txBody>
            <a:bodyPr wrap="square" rtlCol="0">
              <a:spAutoFit/>
            </a:bodyPr>
            <a:lstStyle/>
            <a:p>
              <a:pPr algn="ctr"/>
              <a:r>
                <a:rPr lang="en-US" b="1">
                  <a:latin typeface="Calibri" panose="020F0502020204030204" pitchFamily="34" charset="0"/>
                  <a:cs typeface="Calibri" panose="020F0502020204030204" pitchFamily="34" charset="0"/>
                </a:rPr>
                <a:t>Advanced Analytics</a:t>
              </a:r>
            </a:p>
          </p:txBody>
        </p:sp>
      </p:grpSp>
      <p:grpSp>
        <p:nvGrpSpPr>
          <p:cNvPr id="24" name="Group 23">
            <a:extLst>
              <a:ext uri="{FF2B5EF4-FFF2-40B4-BE49-F238E27FC236}">
                <a16:creationId xmlns:a16="http://schemas.microsoft.com/office/drawing/2014/main" id="{51BB6232-73C6-9E18-CA8C-19CF365722CD}"/>
              </a:ext>
            </a:extLst>
          </p:cNvPr>
          <p:cNvGrpSpPr/>
          <p:nvPr/>
        </p:nvGrpSpPr>
        <p:grpSpPr>
          <a:xfrm>
            <a:off x="6315937" y="1618676"/>
            <a:ext cx="2149570" cy="2140756"/>
            <a:chOff x="6315937" y="1618676"/>
            <a:chExt cx="2149570" cy="2140756"/>
          </a:xfrm>
        </p:grpSpPr>
        <p:pic>
          <p:nvPicPr>
            <p:cNvPr id="6" name="Picture 5">
              <a:extLst>
                <a:ext uri="{FF2B5EF4-FFF2-40B4-BE49-F238E27FC236}">
                  <a16:creationId xmlns:a16="http://schemas.microsoft.com/office/drawing/2014/main" id="{925D4BC8-92C7-66AD-2CB7-74246F5EDD3B}"/>
                </a:ext>
              </a:extLst>
            </p:cNvPr>
            <p:cNvPicPr>
              <a:picLocks noChangeAspect="1"/>
            </p:cNvPicPr>
            <p:nvPr/>
          </p:nvPicPr>
          <p:blipFill rotWithShape="1">
            <a:blip r:embed="rId4"/>
            <a:srcRect l="54044" t="8983" r="28471" b="55007"/>
            <a:stretch/>
          </p:blipFill>
          <p:spPr>
            <a:xfrm>
              <a:off x="6315937" y="1618676"/>
              <a:ext cx="2149570" cy="2140756"/>
            </a:xfrm>
            <a:prstGeom prst="rect">
              <a:avLst/>
            </a:prstGeom>
            <a:effectLst>
              <a:outerShdw blurRad="291304" dist="155992" dir="7835785" sx="100008" sy="100008" algn="ctr" rotWithShape="0">
                <a:srgbClr val="000000">
                  <a:alpha val="73884"/>
                </a:srgbClr>
              </a:outerShdw>
            </a:effectLst>
          </p:spPr>
        </p:pic>
        <p:sp>
          <p:nvSpPr>
            <p:cNvPr id="17" name="TextBox 16">
              <a:extLst>
                <a:ext uri="{FF2B5EF4-FFF2-40B4-BE49-F238E27FC236}">
                  <a16:creationId xmlns:a16="http://schemas.microsoft.com/office/drawing/2014/main" id="{A8B397EF-3879-1096-B19A-CCADE4D809C5}"/>
                </a:ext>
              </a:extLst>
            </p:cNvPr>
            <p:cNvSpPr txBox="1"/>
            <p:nvPr/>
          </p:nvSpPr>
          <p:spPr>
            <a:xfrm>
              <a:off x="6382678" y="2970536"/>
              <a:ext cx="2016087" cy="307777"/>
            </a:xfrm>
            <a:prstGeom prst="rect">
              <a:avLst/>
            </a:prstGeom>
            <a:solidFill>
              <a:schemeClr val="bg1"/>
            </a:solidFill>
          </p:spPr>
          <p:txBody>
            <a:bodyPr wrap="square" rtlCol="0">
              <a:spAutoFit/>
            </a:bodyPr>
            <a:lstStyle/>
            <a:p>
              <a:pPr algn="ctr"/>
              <a:r>
                <a:rPr lang="en-US" b="1">
                  <a:latin typeface="Calibri" panose="020F0502020204030204" pitchFamily="34" charset="0"/>
                  <a:cs typeface="Calibri" panose="020F0502020204030204" pitchFamily="34" charset="0"/>
                </a:rPr>
                <a:t>Cybersecurity</a:t>
              </a:r>
            </a:p>
          </p:txBody>
        </p:sp>
      </p:grpSp>
      <p:grpSp>
        <p:nvGrpSpPr>
          <p:cNvPr id="28" name="Group 27">
            <a:extLst>
              <a:ext uri="{FF2B5EF4-FFF2-40B4-BE49-F238E27FC236}">
                <a16:creationId xmlns:a16="http://schemas.microsoft.com/office/drawing/2014/main" id="{4CE8AC92-543D-4CC8-9BAB-818137CA7A97}"/>
              </a:ext>
            </a:extLst>
          </p:cNvPr>
          <p:cNvGrpSpPr/>
          <p:nvPr/>
        </p:nvGrpSpPr>
        <p:grpSpPr>
          <a:xfrm>
            <a:off x="3804758" y="4071496"/>
            <a:ext cx="2148647" cy="2140756"/>
            <a:chOff x="3804758" y="4071496"/>
            <a:chExt cx="2148647" cy="2140756"/>
          </a:xfrm>
        </p:grpSpPr>
        <p:pic>
          <p:nvPicPr>
            <p:cNvPr id="9" name="Picture 8">
              <a:extLst>
                <a:ext uri="{FF2B5EF4-FFF2-40B4-BE49-F238E27FC236}">
                  <a16:creationId xmlns:a16="http://schemas.microsoft.com/office/drawing/2014/main" id="{2F3F5121-3EAC-2207-6934-6E0DE1D386B5}"/>
                </a:ext>
              </a:extLst>
            </p:cNvPr>
            <p:cNvPicPr>
              <a:picLocks noChangeAspect="1"/>
            </p:cNvPicPr>
            <p:nvPr/>
          </p:nvPicPr>
          <p:blipFill rotWithShape="1">
            <a:blip r:embed="rId4"/>
            <a:srcRect l="29889" t="56306" r="51493" b="6350"/>
            <a:stretch/>
          </p:blipFill>
          <p:spPr>
            <a:xfrm>
              <a:off x="3804758" y="4071496"/>
              <a:ext cx="2148647" cy="2140756"/>
            </a:xfrm>
            <a:prstGeom prst="rect">
              <a:avLst/>
            </a:prstGeom>
            <a:effectLst>
              <a:outerShdw blurRad="291304" dist="155992" dir="7835785" sx="100008" sy="100008" algn="ctr" rotWithShape="0">
                <a:srgbClr val="000000">
                  <a:alpha val="73884"/>
                </a:srgbClr>
              </a:outerShdw>
            </a:effectLst>
          </p:spPr>
        </p:pic>
        <p:sp>
          <p:nvSpPr>
            <p:cNvPr id="20" name="TextBox 19">
              <a:extLst>
                <a:ext uri="{FF2B5EF4-FFF2-40B4-BE49-F238E27FC236}">
                  <a16:creationId xmlns:a16="http://schemas.microsoft.com/office/drawing/2014/main" id="{720A90F4-B668-FE68-8A7A-1FD9FA9656D9}"/>
                </a:ext>
              </a:extLst>
            </p:cNvPr>
            <p:cNvSpPr txBox="1"/>
            <p:nvPr/>
          </p:nvSpPr>
          <p:spPr>
            <a:xfrm>
              <a:off x="3871037" y="5334696"/>
              <a:ext cx="2016087" cy="523220"/>
            </a:xfrm>
            <a:prstGeom prst="rect">
              <a:avLst/>
            </a:prstGeom>
            <a:solidFill>
              <a:schemeClr val="bg1"/>
            </a:solidFill>
          </p:spPr>
          <p:txBody>
            <a:bodyPr wrap="square" rtlCol="0">
              <a:spAutoFit/>
            </a:bodyPr>
            <a:lstStyle/>
            <a:p>
              <a:pPr algn="ctr"/>
              <a:r>
                <a:rPr lang="en-US" b="1">
                  <a:latin typeface="Calibri" panose="020F0502020204030204" pitchFamily="34" charset="0"/>
                  <a:cs typeface="Calibri" panose="020F0502020204030204" pitchFamily="34" charset="0"/>
                </a:rPr>
                <a:t>Application Modernization</a:t>
              </a:r>
            </a:p>
          </p:txBody>
        </p:sp>
      </p:grpSp>
      <p:grpSp>
        <p:nvGrpSpPr>
          <p:cNvPr id="29" name="Group 28">
            <a:extLst>
              <a:ext uri="{FF2B5EF4-FFF2-40B4-BE49-F238E27FC236}">
                <a16:creationId xmlns:a16="http://schemas.microsoft.com/office/drawing/2014/main" id="{EE17E6E5-75E3-655A-68AA-12A2EE1E1CAC}"/>
              </a:ext>
            </a:extLst>
          </p:cNvPr>
          <p:cNvGrpSpPr/>
          <p:nvPr/>
        </p:nvGrpSpPr>
        <p:grpSpPr>
          <a:xfrm>
            <a:off x="6311189" y="4071496"/>
            <a:ext cx="2159067" cy="2140756"/>
            <a:chOff x="6311189" y="4071496"/>
            <a:chExt cx="2159067" cy="2140756"/>
          </a:xfrm>
        </p:grpSpPr>
        <p:pic>
          <p:nvPicPr>
            <p:cNvPr id="11" name="Picture 10">
              <a:extLst>
                <a:ext uri="{FF2B5EF4-FFF2-40B4-BE49-F238E27FC236}">
                  <a16:creationId xmlns:a16="http://schemas.microsoft.com/office/drawing/2014/main" id="{849B1DEE-3641-DD0D-6AA0-C37FE3B999B7}"/>
                </a:ext>
              </a:extLst>
            </p:cNvPr>
            <p:cNvPicPr>
              <a:picLocks noChangeAspect="1"/>
            </p:cNvPicPr>
            <p:nvPr/>
          </p:nvPicPr>
          <p:blipFill rotWithShape="1">
            <a:blip r:embed="rId4"/>
            <a:srcRect l="76689" t="55547" r="4222" b="6350"/>
            <a:stretch/>
          </p:blipFill>
          <p:spPr>
            <a:xfrm>
              <a:off x="6311189" y="4071496"/>
              <a:ext cx="2159067" cy="2140756"/>
            </a:xfrm>
            <a:prstGeom prst="rect">
              <a:avLst/>
            </a:prstGeom>
            <a:effectLst>
              <a:outerShdw blurRad="291304" dist="155992" dir="7835785" sx="100008" sy="100008" algn="ctr" rotWithShape="0">
                <a:srgbClr val="000000">
                  <a:alpha val="73884"/>
                </a:srgbClr>
              </a:outerShdw>
            </a:effectLst>
          </p:spPr>
        </p:pic>
        <p:sp>
          <p:nvSpPr>
            <p:cNvPr id="21" name="TextBox 20">
              <a:extLst>
                <a:ext uri="{FF2B5EF4-FFF2-40B4-BE49-F238E27FC236}">
                  <a16:creationId xmlns:a16="http://schemas.microsoft.com/office/drawing/2014/main" id="{5C942B32-BBB1-AB7A-149F-7CDB04A04278}"/>
                </a:ext>
              </a:extLst>
            </p:cNvPr>
            <p:cNvSpPr txBox="1"/>
            <p:nvPr/>
          </p:nvSpPr>
          <p:spPr>
            <a:xfrm>
              <a:off x="6311189" y="5226974"/>
              <a:ext cx="2148647" cy="738664"/>
            </a:xfrm>
            <a:prstGeom prst="rect">
              <a:avLst/>
            </a:prstGeom>
            <a:solidFill>
              <a:schemeClr val="bg1"/>
            </a:solidFill>
          </p:spPr>
          <p:txBody>
            <a:bodyPr wrap="square" rtlCol="0">
              <a:spAutoFit/>
            </a:bodyPr>
            <a:lstStyle/>
            <a:p>
              <a:pPr algn="ctr"/>
              <a:r>
                <a:rPr lang="en-US" b="1">
                  <a:latin typeface="Calibri" panose="020F0502020204030204" pitchFamily="34" charset="0"/>
                  <a:cs typeface="Calibri" panose="020F0502020204030204" pitchFamily="34" charset="0"/>
                </a:rPr>
                <a:t>ERP &amp;</a:t>
              </a:r>
              <a:br>
                <a:rPr lang="en-US" b="1">
                  <a:latin typeface="Calibri" panose="020F0502020204030204" pitchFamily="34" charset="0"/>
                  <a:cs typeface="Calibri" panose="020F0502020204030204" pitchFamily="34" charset="0"/>
                </a:rPr>
              </a:br>
              <a:r>
                <a:rPr lang="en-US" b="1">
                  <a:latin typeface="Calibri" panose="020F0502020204030204" pitchFamily="34" charset="0"/>
                  <a:cs typeface="Calibri" panose="020F0502020204030204" pitchFamily="34" charset="0"/>
                </a:rPr>
                <a:t>Corporate Performance Management (CPM)</a:t>
              </a:r>
            </a:p>
          </p:txBody>
        </p:sp>
      </p:grpSp>
      <p:grpSp>
        <p:nvGrpSpPr>
          <p:cNvPr id="30" name="Group 29">
            <a:extLst>
              <a:ext uri="{FF2B5EF4-FFF2-40B4-BE49-F238E27FC236}">
                <a16:creationId xmlns:a16="http://schemas.microsoft.com/office/drawing/2014/main" id="{65334691-8A74-537F-83AC-8C7FD3625525}"/>
              </a:ext>
            </a:extLst>
          </p:cNvPr>
          <p:cNvGrpSpPr/>
          <p:nvPr/>
        </p:nvGrpSpPr>
        <p:grpSpPr>
          <a:xfrm>
            <a:off x="8816800" y="4071496"/>
            <a:ext cx="2149570" cy="2140756"/>
            <a:chOff x="8816800" y="4071496"/>
            <a:chExt cx="2149570" cy="2140756"/>
          </a:xfrm>
        </p:grpSpPr>
        <p:pic>
          <p:nvPicPr>
            <p:cNvPr id="7" name="Picture 6">
              <a:extLst>
                <a:ext uri="{FF2B5EF4-FFF2-40B4-BE49-F238E27FC236}">
                  <a16:creationId xmlns:a16="http://schemas.microsoft.com/office/drawing/2014/main" id="{030033F5-A64E-F294-5933-3003EACA9EF3}"/>
                </a:ext>
              </a:extLst>
            </p:cNvPr>
            <p:cNvPicPr>
              <a:picLocks noChangeAspect="1"/>
            </p:cNvPicPr>
            <p:nvPr/>
          </p:nvPicPr>
          <p:blipFill rotWithShape="1">
            <a:blip r:embed="rId4"/>
            <a:srcRect l="76973" t="8983" r="4401" b="53673"/>
            <a:stretch/>
          </p:blipFill>
          <p:spPr>
            <a:xfrm>
              <a:off x="8816800" y="4071496"/>
              <a:ext cx="2149570" cy="2140756"/>
            </a:xfrm>
            <a:prstGeom prst="rect">
              <a:avLst/>
            </a:prstGeom>
            <a:effectLst>
              <a:outerShdw blurRad="291304" dist="155992" dir="7835785" sx="100008" sy="100008" algn="ctr" rotWithShape="0">
                <a:srgbClr val="000000">
                  <a:alpha val="73884"/>
                </a:srgbClr>
              </a:outerShdw>
            </a:effectLst>
          </p:spPr>
        </p:pic>
        <p:sp>
          <p:nvSpPr>
            <p:cNvPr id="22" name="TextBox 21">
              <a:extLst>
                <a:ext uri="{FF2B5EF4-FFF2-40B4-BE49-F238E27FC236}">
                  <a16:creationId xmlns:a16="http://schemas.microsoft.com/office/drawing/2014/main" id="{D9B53AE9-882F-5AF6-8AFA-DB6461A26A63}"/>
                </a:ext>
              </a:extLst>
            </p:cNvPr>
            <p:cNvSpPr txBox="1"/>
            <p:nvPr/>
          </p:nvSpPr>
          <p:spPr>
            <a:xfrm>
              <a:off x="8883541" y="5442418"/>
              <a:ext cx="2016087" cy="307777"/>
            </a:xfrm>
            <a:prstGeom prst="rect">
              <a:avLst/>
            </a:prstGeom>
            <a:solidFill>
              <a:schemeClr val="bg1"/>
            </a:solidFill>
          </p:spPr>
          <p:txBody>
            <a:bodyPr wrap="square" rtlCol="0">
              <a:spAutoFit/>
            </a:bodyPr>
            <a:lstStyle/>
            <a:p>
              <a:pPr algn="ctr"/>
              <a:r>
                <a:rPr lang="en-US" b="1">
                  <a:latin typeface="Calibri" panose="020F0502020204030204" pitchFamily="34" charset="0"/>
                  <a:cs typeface="Calibri" panose="020F0502020204030204" pitchFamily="34" charset="0"/>
                </a:rPr>
                <a:t>Training &amp; Upskilling</a:t>
              </a:r>
            </a:p>
          </p:txBody>
        </p:sp>
      </p:grpSp>
      <p:pic>
        <p:nvPicPr>
          <p:cNvPr id="18" name="Picture 17">
            <a:extLst>
              <a:ext uri="{FF2B5EF4-FFF2-40B4-BE49-F238E27FC236}">
                <a16:creationId xmlns:a16="http://schemas.microsoft.com/office/drawing/2014/main" id="{90A20E17-F48F-DB25-601D-925F9D2A045A}"/>
              </a:ext>
            </a:extLst>
          </p:cNvPr>
          <p:cNvPicPr>
            <a:picLocks noChangeAspect="1"/>
          </p:cNvPicPr>
          <p:nvPr/>
        </p:nvPicPr>
        <p:blipFill rotWithShape="1">
          <a:blip r:embed="rId4"/>
          <a:srcRect l="6253" t="56306" r="75129" b="6350"/>
          <a:stretch/>
        </p:blipFill>
        <p:spPr>
          <a:xfrm>
            <a:off x="1206661" y="4071495"/>
            <a:ext cx="2294696" cy="2140757"/>
          </a:xfrm>
          <a:prstGeom prst="rect">
            <a:avLst/>
          </a:prstGeom>
          <a:effectLst>
            <a:outerShdw blurRad="291304" dist="155992" dir="7835785" sx="100008" sy="100008" algn="ctr" rotWithShape="0">
              <a:srgbClr val="000000">
                <a:alpha val="73884"/>
              </a:srgbClr>
            </a:outerShdw>
          </a:effectLst>
        </p:spPr>
      </p:pic>
      <p:grpSp>
        <p:nvGrpSpPr>
          <p:cNvPr id="31" name="Group 30">
            <a:extLst>
              <a:ext uri="{FF2B5EF4-FFF2-40B4-BE49-F238E27FC236}">
                <a16:creationId xmlns:a16="http://schemas.microsoft.com/office/drawing/2014/main" id="{7BFE32D7-DB95-59D6-E324-0410E0A74C12}"/>
              </a:ext>
            </a:extLst>
          </p:cNvPr>
          <p:cNvGrpSpPr/>
          <p:nvPr/>
        </p:nvGrpSpPr>
        <p:grpSpPr>
          <a:xfrm>
            <a:off x="1659935" y="4071495"/>
            <a:ext cx="1422090" cy="1422090"/>
            <a:chOff x="-2062626" y="3175009"/>
            <a:chExt cx="1422090" cy="1422090"/>
          </a:xfrm>
        </p:grpSpPr>
        <p:sp>
          <p:nvSpPr>
            <p:cNvPr id="32" name="Rectangle 31">
              <a:extLst>
                <a:ext uri="{FF2B5EF4-FFF2-40B4-BE49-F238E27FC236}">
                  <a16:creationId xmlns:a16="http://schemas.microsoft.com/office/drawing/2014/main" id="{39BEA490-ECA0-0128-71FD-B34132AB1083}"/>
                </a:ext>
              </a:extLst>
            </p:cNvPr>
            <p:cNvSpPr/>
            <p:nvPr/>
          </p:nvSpPr>
          <p:spPr>
            <a:xfrm>
              <a:off x="-1897442" y="3353255"/>
              <a:ext cx="1091722" cy="10655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33" name="Picture 32" descr="A cloud computing logo on a black background&#10;&#10;Description automatically generated">
              <a:extLst>
                <a:ext uri="{FF2B5EF4-FFF2-40B4-BE49-F238E27FC236}">
                  <a16:creationId xmlns:a16="http://schemas.microsoft.com/office/drawing/2014/main" id="{3E4388A7-3316-B04D-4E9C-4D40B28C8981}"/>
                </a:ext>
              </a:extLst>
            </p:cNvPr>
            <p:cNvPicPr>
              <a:picLocks noChangeAspect="1"/>
            </p:cNvPicPr>
            <p:nvPr/>
          </p:nvPicPr>
          <p:blipFill>
            <a:blip r:embed="rId5"/>
            <a:stretch>
              <a:fillRect/>
            </a:stretch>
          </p:blipFill>
          <p:spPr>
            <a:xfrm>
              <a:off x="-2062626" y="3175009"/>
              <a:ext cx="1422090" cy="1422090"/>
            </a:xfrm>
            <a:prstGeom prst="rect">
              <a:avLst/>
            </a:prstGeom>
          </p:spPr>
        </p:pic>
      </p:grpSp>
      <p:sp>
        <p:nvSpPr>
          <p:cNvPr id="8" name="TextBox 7">
            <a:extLst>
              <a:ext uri="{FF2B5EF4-FFF2-40B4-BE49-F238E27FC236}">
                <a16:creationId xmlns:a16="http://schemas.microsoft.com/office/drawing/2014/main" id="{1ADF11E9-376F-567E-308E-19780702ED90}"/>
              </a:ext>
            </a:extLst>
          </p:cNvPr>
          <p:cNvSpPr txBox="1"/>
          <p:nvPr/>
        </p:nvSpPr>
        <p:spPr>
          <a:xfrm>
            <a:off x="1369339" y="5431986"/>
            <a:ext cx="2016087" cy="307777"/>
          </a:xfrm>
          <a:prstGeom prst="rect">
            <a:avLst/>
          </a:prstGeom>
          <a:solidFill>
            <a:schemeClr val="bg1"/>
          </a:solidFill>
        </p:spPr>
        <p:txBody>
          <a:bodyPr wrap="square" rtlCol="0">
            <a:spAutoFit/>
          </a:bodyPr>
          <a:lstStyle/>
          <a:p>
            <a:pPr algn="ctr"/>
            <a:r>
              <a:rPr lang="en-US" b="1">
                <a:latin typeface="Calibri" panose="020F0502020204030204" pitchFamily="34" charset="0"/>
                <a:cs typeface="Calibri" panose="020F0502020204030204" pitchFamily="34" charset="0"/>
              </a:rPr>
              <a:t>Infrastructure</a:t>
            </a:r>
          </a:p>
        </p:txBody>
      </p:sp>
    </p:spTree>
    <p:extLst>
      <p:ext uri="{BB962C8B-B14F-4D97-AF65-F5344CB8AC3E}">
        <p14:creationId xmlns:p14="http://schemas.microsoft.com/office/powerpoint/2010/main" val="3508690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11" name="Rounded Rectangle 10">
            <a:extLst>
              <a:ext uri="{FF2B5EF4-FFF2-40B4-BE49-F238E27FC236}">
                <a16:creationId xmlns:a16="http://schemas.microsoft.com/office/drawing/2014/main" id="{413E6592-9078-50D6-82E5-55357DF1B0FE}"/>
              </a:ext>
            </a:extLst>
          </p:cNvPr>
          <p:cNvSpPr/>
          <p:nvPr/>
        </p:nvSpPr>
        <p:spPr>
          <a:xfrm>
            <a:off x="564470" y="1886919"/>
            <a:ext cx="11223876" cy="2606533"/>
          </a:xfrm>
          <a:prstGeom prst="roundRect">
            <a:avLst/>
          </a:prstGeom>
          <a:noFill/>
          <a:ln w="28575">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0" name="Google Shape;240;p23"/>
          <p:cNvPicPr preferRelativeResize="0"/>
          <p:nvPr/>
        </p:nvPicPr>
        <p:blipFill rotWithShape="1">
          <a:blip r:embed="rId3">
            <a:alphaModFix/>
          </a:blip>
          <a:srcRect/>
          <a:stretch/>
        </p:blipFill>
        <p:spPr>
          <a:xfrm>
            <a:off x="1230466" y="3087489"/>
            <a:ext cx="1210011" cy="395434"/>
          </a:xfrm>
          <a:prstGeom prst="rect">
            <a:avLst/>
          </a:prstGeom>
          <a:noFill/>
          <a:ln>
            <a:noFill/>
          </a:ln>
        </p:spPr>
      </p:pic>
      <p:pic>
        <p:nvPicPr>
          <p:cNvPr id="241" name="Google Shape;241;p23"/>
          <p:cNvPicPr preferRelativeResize="0"/>
          <p:nvPr/>
        </p:nvPicPr>
        <p:blipFill rotWithShape="1">
          <a:blip r:embed="rId4">
            <a:alphaModFix/>
          </a:blip>
          <a:srcRect/>
          <a:stretch/>
        </p:blipFill>
        <p:spPr>
          <a:xfrm>
            <a:off x="9197930" y="2186246"/>
            <a:ext cx="1914368" cy="499143"/>
          </a:xfrm>
          <a:prstGeom prst="rect">
            <a:avLst/>
          </a:prstGeom>
          <a:noFill/>
          <a:ln>
            <a:noFill/>
          </a:ln>
        </p:spPr>
      </p:pic>
      <p:sp>
        <p:nvSpPr>
          <p:cNvPr id="243" name="Google Shape;243;p23"/>
          <p:cNvSpPr txBox="1"/>
          <p:nvPr/>
        </p:nvSpPr>
        <p:spPr>
          <a:xfrm>
            <a:off x="0" y="448808"/>
            <a:ext cx="12192000" cy="1493241"/>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lumMod val="65000"/>
                    <a:lumOff val="35000"/>
                  </a:schemeClr>
                </a:solidFill>
                <a:latin typeface="Calibri"/>
                <a:ea typeface="Calibri"/>
                <a:cs typeface="Calibri"/>
                <a:sym typeface="Calibri"/>
              </a:rPr>
              <a:t>Our</a:t>
            </a:r>
            <a:r>
              <a:rPr lang="en-US" sz="3800" b="1" i="0" u="none" strike="noStrike" cap="none">
                <a:solidFill>
                  <a:srgbClr val="595959"/>
                </a:solidFill>
                <a:latin typeface="Calibri"/>
                <a:ea typeface="Calibri"/>
                <a:cs typeface="Calibri"/>
                <a:sym typeface="Calibri"/>
              </a:rPr>
              <a:t> </a:t>
            </a:r>
            <a:r>
              <a:rPr lang="en-US" sz="3800" b="1" i="0" u="none" strike="noStrike" cap="none">
                <a:solidFill>
                  <a:srgbClr val="D52F2E"/>
                </a:solidFill>
                <a:latin typeface="Calibri"/>
                <a:ea typeface="Calibri"/>
                <a:cs typeface="Calibri"/>
                <a:sym typeface="Calibri"/>
              </a:rPr>
              <a:t>Technology Partners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800"/>
              <a:buFont typeface="Calibri"/>
              <a:buNone/>
            </a:pPr>
            <a:endParaRPr sz="1800" b="1" i="0" u="none" strike="noStrike" cap="none">
              <a:solidFill>
                <a:schemeClr val="accent1"/>
              </a:solidFill>
              <a:latin typeface="Calibri"/>
              <a:ea typeface="Calibri"/>
              <a:cs typeface="Calibri"/>
              <a:sym typeface="Calibri"/>
            </a:endParaRPr>
          </a:p>
        </p:txBody>
      </p:sp>
      <p:pic>
        <p:nvPicPr>
          <p:cNvPr id="244" name="Google Shape;244;p23" descr="/Users/patwee/Library/Containers/com.microsoft.Outlook/Data/Library/Caches/Signatures/signature_874202476"/>
          <p:cNvPicPr preferRelativeResize="0"/>
          <p:nvPr/>
        </p:nvPicPr>
        <p:blipFill rotWithShape="1">
          <a:blip r:embed="rId5">
            <a:alphaModFix/>
          </a:blip>
          <a:srcRect b="-10107"/>
          <a:stretch/>
        </p:blipFill>
        <p:spPr>
          <a:xfrm>
            <a:off x="4862928" y="3062088"/>
            <a:ext cx="720396" cy="482149"/>
          </a:xfrm>
          <a:prstGeom prst="rect">
            <a:avLst/>
          </a:prstGeom>
          <a:noFill/>
          <a:ln>
            <a:noFill/>
          </a:ln>
        </p:spPr>
      </p:pic>
      <p:pic>
        <p:nvPicPr>
          <p:cNvPr id="245" name="Google Shape;245;p23"/>
          <p:cNvPicPr preferRelativeResize="0"/>
          <p:nvPr/>
        </p:nvPicPr>
        <p:blipFill rotWithShape="1">
          <a:blip r:embed="rId6">
            <a:alphaModFix/>
          </a:blip>
          <a:srcRect/>
          <a:stretch/>
        </p:blipFill>
        <p:spPr>
          <a:xfrm>
            <a:off x="4343164" y="2233621"/>
            <a:ext cx="1759924" cy="403609"/>
          </a:xfrm>
          <a:prstGeom prst="rect">
            <a:avLst/>
          </a:prstGeom>
          <a:noFill/>
          <a:ln>
            <a:noFill/>
          </a:ln>
        </p:spPr>
      </p:pic>
      <p:pic>
        <p:nvPicPr>
          <p:cNvPr id="246" name="Google Shape;246;p23"/>
          <p:cNvPicPr preferRelativeResize="0"/>
          <p:nvPr/>
        </p:nvPicPr>
        <p:blipFill rotWithShape="1">
          <a:blip r:embed="rId7">
            <a:alphaModFix/>
          </a:blip>
          <a:srcRect l="-3366" r="-1" b="-8693"/>
          <a:stretch/>
        </p:blipFill>
        <p:spPr>
          <a:xfrm>
            <a:off x="2876551" y="3029093"/>
            <a:ext cx="1501406" cy="422953"/>
          </a:xfrm>
          <a:prstGeom prst="rect">
            <a:avLst/>
          </a:prstGeom>
          <a:noFill/>
          <a:ln>
            <a:noFill/>
          </a:ln>
        </p:spPr>
      </p:pic>
      <p:pic>
        <p:nvPicPr>
          <p:cNvPr id="250" name="Google Shape;250;p23" descr="Graphical user interface&#10;&#10;Description automatically generated with medium confidence"/>
          <p:cNvPicPr preferRelativeResize="0"/>
          <p:nvPr/>
        </p:nvPicPr>
        <p:blipFill rotWithShape="1">
          <a:blip r:embed="rId8">
            <a:alphaModFix/>
          </a:blip>
          <a:srcRect t="39636" b="38898"/>
          <a:stretch/>
        </p:blipFill>
        <p:spPr>
          <a:xfrm>
            <a:off x="5091928" y="5595541"/>
            <a:ext cx="3720011" cy="423718"/>
          </a:xfrm>
          <a:prstGeom prst="rect">
            <a:avLst/>
          </a:prstGeom>
          <a:noFill/>
          <a:ln>
            <a:noFill/>
          </a:ln>
        </p:spPr>
      </p:pic>
      <p:pic>
        <p:nvPicPr>
          <p:cNvPr id="252" name="Google Shape;252;p23" descr="A black background with a red line&#10;&#10;Description automatically generated with low confidence"/>
          <p:cNvPicPr preferRelativeResize="0"/>
          <p:nvPr/>
        </p:nvPicPr>
        <p:blipFill rotWithShape="1">
          <a:blip r:embed="rId9">
            <a:alphaModFix/>
          </a:blip>
          <a:srcRect l="28820" t="48393" r="30588" b="49874"/>
          <a:stretch/>
        </p:blipFill>
        <p:spPr>
          <a:xfrm>
            <a:off x="2493426" y="1118237"/>
            <a:ext cx="6675007" cy="99253"/>
          </a:xfrm>
          <a:prstGeom prst="rect">
            <a:avLst/>
          </a:prstGeom>
          <a:noFill/>
          <a:ln>
            <a:noFill/>
          </a:ln>
        </p:spPr>
      </p:pic>
      <p:pic>
        <p:nvPicPr>
          <p:cNvPr id="3076" name="Picture 4" descr="Alibaba Cloud Unveils Its First International Product Innovation Center and  Partner Management Center | Business Wire">
            <a:extLst>
              <a:ext uri="{FF2B5EF4-FFF2-40B4-BE49-F238E27FC236}">
                <a16:creationId xmlns:a16="http://schemas.microsoft.com/office/drawing/2014/main" id="{EF511E54-C419-68EB-A14C-DA81A001F9A9}"/>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403" t="42308" b="24380"/>
          <a:stretch/>
        </p:blipFill>
        <p:spPr bwMode="auto">
          <a:xfrm>
            <a:off x="6068296" y="3076232"/>
            <a:ext cx="2107158" cy="37581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Databricks targets retail vertical with its first industry-specific  lakehouse | VentureBeat">
            <a:extLst>
              <a:ext uri="{FF2B5EF4-FFF2-40B4-BE49-F238E27FC236}">
                <a16:creationId xmlns:a16="http://schemas.microsoft.com/office/drawing/2014/main" id="{A8BB0EF5-DA7B-FE49-23D1-361FDF0A7D1D}"/>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33627" b="32383"/>
          <a:stretch/>
        </p:blipFill>
        <p:spPr bwMode="auto">
          <a:xfrm>
            <a:off x="8660424" y="3076232"/>
            <a:ext cx="2336043" cy="375815"/>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Tableau Logo, symbol, meaning, history, PNG, brand">
            <a:extLst>
              <a:ext uri="{FF2B5EF4-FFF2-40B4-BE49-F238E27FC236}">
                <a16:creationId xmlns:a16="http://schemas.microsoft.com/office/drawing/2014/main" id="{138B96DB-E378-20FA-DBB8-2AEACD859BAA}"/>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27798" b="29995"/>
          <a:stretch/>
        </p:blipFill>
        <p:spPr bwMode="auto">
          <a:xfrm>
            <a:off x="6642245" y="2198401"/>
            <a:ext cx="1996696" cy="474049"/>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AD05DEE4-F476-5AF0-A26A-B975AFA1099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72637" y="3863983"/>
            <a:ext cx="2246339" cy="365030"/>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a:extLst>
              <a:ext uri="{FF2B5EF4-FFF2-40B4-BE49-F238E27FC236}">
                <a16:creationId xmlns:a16="http://schemas.microsoft.com/office/drawing/2014/main" id="{C2AF8B90-F7E7-984B-92CC-764AFBCE4345}"/>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t="31726" b="29473"/>
          <a:stretch/>
        </p:blipFill>
        <p:spPr bwMode="auto">
          <a:xfrm>
            <a:off x="829859" y="5573432"/>
            <a:ext cx="1221730" cy="474049"/>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4" descr="Home">
            <a:extLst>
              <a:ext uri="{FF2B5EF4-FFF2-40B4-BE49-F238E27FC236}">
                <a16:creationId xmlns:a16="http://schemas.microsoft.com/office/drawing/2014/main" id="{AB79C8FF-C38C-9921-5BC7-06E45D74B66F}"/>
              </a:ext>
            </a:extLst>
          </p:cNvPr>
          <p:cNvSpPr>
            <a:spLocks noChangeAspect="1" noChangeArrowheads="1"/>
          </p:cNvSpPr>
          <p:nvPr/>
        </p:nvSpPr>
        <p:spPr bwMode="auto">
          <a:xfrm>
            <a:off x="5943600" y="35529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204" name="Picture 12" descr="NetSuite - Wikipedia">
            <a:extLst>
              <a:ext uri="{FF2B5EF4-FFF2-40B4-BE49-F238E27FC236}">
                <a16:creationId xmlns:a16="http://schemas.microsoft.com/office/drawing/2014/main" id="{83A364F9-42D4-0800-E11D-24D35BACD933}"/>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r="7165"/>
          <a:stretch/>
        </p:blipFill>
        <p:spPr bwMode="auto">
          <a:xfrm>
            <a:off x="9346803" y="5417098"/>
            <a:ext cx="1453263" cy="711868"/>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377;p8">
            <a:extLst>
              <a:ext uri="{FF2B5EF4-FFF2-40B4-BE49-F238E27FC236}">
                <a16:creationId xmlns:a16="http://schemas.microsoft.com/office/drawing/2014/main" id="{79492552-FCCA-6AB6-EB52-B0760A8CCD85}"/>
              </a:ext>
            </a:extLst>
          </p:cNvPr>
          <p:cNvSpPr/>
          <p:nvPr/>
        </p:nvSpPr>
        <p:spPr>
          <a:xfrm>
            <a:off x="4627297" y="1318799"/>
            <a:ext cx="2974242" cy="590952"/>
          </a:xfrm>
          <a:prstGeom prst="roundRect">
            <a:avLst>
              <a:gd name="adj" fmla="val 50000"/>
            </a:avLst>
          </a:prstGeom>
          <a:noFill/>
          <a:ln w="28575">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800" b="1" i="0" u="none" strike="noStrike" cap="none">
                <a:solidFill>
                  <a:srgbClr val="000000"/>
                </a:solidFill>
                <a:latin typeface="Arial"/>
                <a:ea typeface="Arial"/>
                <a:cs typeface="Arial"/>
                <a:sym typeface="Arial"/>
              </a:rPr>
              <a:t>Advanced Analytics</a:t>
            </a:r>
            <a:endParaRPr sz="1800" b="1" i="0" u="none" strike="noStrike" cap="none">
              <a:solidFill>
                <a:srgbClr val="000000"/>
              </a:solidFill>
              <a:latin typeface="Arial"/>
              <a:ea typeface="Arial"/>
              <a:cs typeface="Arial"/>
              <a:sym typeface="Arial"/>
            </a:endParaRPr>
          </a:p>
        </p:txBody>
      </p:sp>
      <p:sp>
        <p:nvSpPr>
          <p:cNvPr id="13" name="Rounded Rectangle 12">
            <a:extLst>
              <a:ext uri="{FF2B5EF4-FFF2-40B4-BE49-F238E27FC236}">
                <a16:creationId xmlns:a16="http://schemas.microsoft.com/office/drawing/2014/main" id="{2AB993BE-982B-F582-E015-12248EF2AC1A}"/>
              </a:ext>
            </a:extLst>
          </p:cNvPr>
          <p:cNvSpPr/>
          <p:nvPr/>
        </p:nvSpPr>
        <p:spPr>
          <a:xfrm>
            <a:off x="564469" y="5188889"/>
            <a:ext cx="3453109" cy="1220303"/>
          </a:xfrm>
          <a:prstGeom prst="roundRect">
            <a:avLst/>
          </a:prstGeom>
          <a:noFill/>
          <a:ln w="28575">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Google Shape;377;p8">
            <a:extLst>
              <a:ext uri="{FF2B5EF4-FFF2-40B4-BE49-F238E27FC236}">
                <a16:creationId xmlns:a16="http://schemas.microsoft.com/office/drawing/2014/main" id="{B8091743-37F6-85F2-CD4D-3B9004BD9C05}"/>
              </a:ext>
            </a:extLst>
          </p:cNvPr>
          <p:cNvSpPr/>
          <p:nvPr/>
        </p:nvSpPr>
        <p:spPr>
          <a:xfrm>
            <a:off x="829859" y="4620769"/>
            <a:ext cx="2974242" cy="590952"/>
          </a:xfrm>
          <a:prstGeom prst="roundRect">
            <a:avLst>
              <a:gd name="adj" fmla="val 50000"/>
            </a:avLst>
          </a:prstGeom>
          <a:noFill/>
          <a:ln w="28575">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800" b="1" i="0" u="none" strike="noStrike" cap="none">
                <a:solidFill>
                  <a:srgbClr val="000000"/>
                </a:solidFill>
                <a:latin typeface="Arial"/>
                <a:ea typeface="Arial"/>
                <a:cs typeface="Arial"/>
                <a:sym typeface="Arial"/>
              </a:rPr>
              <a:t>RPA</a:t>
            </a:r>
            <a:endParaRPr sz="1800" b="1" i="0" u="none" strike="noStrike" cap="none">
              <a:solidFill>
                <a:srgbClr val="000000"/>
              </a:solidFill>
              <a:latin typeface="Arial"/>
              <a:ea typeface="Arial"/>
              <a:cs typeface="Arial"/>
              <a:sym typeface="Arial"/>
            </a:endParaRPr>
          </a:p>
        </p:txBody>
      </p:sp>
      <p:sp>
        <p:nvSpPr>
          <p:cNvPr id="15" name="Rounded Rectangle 14">
            <a:extLst>
              <a:ext uri="{FF2B5EF4-FFF2-40B4-BE49-F238E27FC236}">
                <a16:creationId xmlns:a16="http://schemas.microsoft.com/office/drawing/2014/main" id="{C8E7B564-8D8F-FF9A-4FA6-25E2A7EC8DA9}"/>
              </a:ext>
            </a:extLst>
          </p:cNvPr>
          <p:cNvSpPr/>
          <p:nvPr/>
        </p:nvSpPr>
        <p:spPr>
          <a:xfrm>
            <a:off x="4552442" y="5162881"/>
            <a:ext cx="6782488" cy="1220303"/>
          </a:xfrm>
          <a:prstGeom prst="roundRect">
            <a:avLst/>
          </a:prstGeom>
          <a:noFill/>
          <a:ln w="28575">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Google Shape;377;p8">
            <a:extLst>
              <a:ext uri="{FF2B5EF4-FFF2-40B4-BE49-F238E27FC236}">
                <a16:creationId xmlns:a16="http://schemas.microsoft.com/office/drawing/2014/main" id="{F2F0337C-BF0B-912A-5299-AAE233F3213F}"/>
              </a:ext>
            </a:extLst>
          </p:cNvPr>
          <p:cNvSpPr/>
          <p:nvPr/>
        </p:nvSpPr>
        <p:spPr>
          <a:xfrm>
            <a:off x="4343164" y="4594761"/>
            <a:ext cx="7453777" cy="590952"/>
          </a:xfrm>
          <a:prstGeom prst="roundRect">
            <a:avLst>
              <a:gd name="adj" fmla="val 50000"/>
            </a:avLst>
          </a:prstGeom>
          <a:noFill/>
          <a:ln w="28575">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800" b="1"/>
              <a:t>ERP &amp; Corporate Performance Management</a:t>
            </a:r>
            <a:endParaRPr sz="1800" b="1" i="0" u="none" strike="noStrike" cap="none">
              <a:solidFill>
                <a:srgbClr val="000000"/>
              </a:solidFill>
              <a:latin typeface="Arial"/>
              <a:ea typeface="Arial"/>
              <a:cs typeface="Arial"/>
              <a:sym typeface="Arial"/>
            </a:endParaRPr>
          </a:p>
        </p:txBody>
      </p:sp>
      <p:pic>
        <p:nvPicPr>
          <p:cNvPr id="18436" name="Picture 4" descr="InterWorks Partners with Dataiku to Democratize Data Science and Data  Preparation - InterWorks">
            <a:extLst>
              <a:ext uri="{FF2B5EF4-FFF2-40B4-BE49-F238E27FC236}">
                <a16:creationId xmlns:a16="http://schemas.microsoft.com/office/drawing/2014/main" id="{7DBBF05A-7F6D-B5F9-5F84-B781F98981E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29355" y="3667088"/>
            <a:ext cx="1793704" cy="75882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Bautomate - YouTube">
            <a:extLst>
              <a:ext uri="{FF2B5EF4-FFF2-40B4-BE49-F238E27FC236}">
                <a16:creationId xmlns:a16="http://schemas.microsoft.com/office/drawing/2014/main" id="{871F90D0-5F30-FAE2-7975-6D33CE0E65AC}"/>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t="36017" b="36017"/>
          <a:stretch/>
        </p:blipFill>
        <p:spPr bwMode="auto">
          <a:xfrm>
            <a:off x="2187024" y="5573432"/>
            <a:ext cx="1695119" cy="474049"/>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4B080D53-665E-B786-6F44-FBC45118791E}"/>
              </a:ext>
            </a:extLst>
          </p:cNvPr>
          <p:cNvGrpSpPr/>
          <p:nvPr/>
        </p:nvGrpSpPr>
        <p:grpSpPr>
          <a:xfrm>
            <a:off x="7241932" y="3715945"/>
            <a:ext cx="2163770" cy="608444"/>
            <a:chOff x="9364532" y="3561153"/>
            <a:chExt cx="1633072" cy="459214"/>
          </a:xfrm>
        </p:grpSpPr>
        <p:pic>
          <p:nvPicPr>
            <p:cNvPr id="1028" name="Picture 4" descr="Aiven Introduces an Open Source Streaming Ecosystem for Apache Kafka |  Business Wire">
              <a:extLst>
                <a:ext uri="{FF2B5EF4-FFF2-40B4-BE49-F238E27FC236}">
                  <a16:creationId xmlns:a16="http://schemas.microsoft.com/office/drawing/2014/main" id="{698CD245-CD83-7D8A-825B-81954C752E66}"/>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19659" r="17723" b="47243"/>
            <a:stretch/>
          </p:blipFill>
          <p:spPr bwMode="auto">
            <a:xfrm>
              <a:off x="9364532" y="3561153"/>
              <a:ext cx="924170" cy="40686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Aiven Introduces an Open Source Streaming Ecosystem for Apache Kafka |  Business Wire">
              <a:extLst>
                <a:ext uri="{FF2B5EF4-FFF2-40B4-BE49-F238E27FC236}">
                  <a16:creationId xmlns:a16="http://schemas.microsoft.com/office/drawing/2014/main" id="{0F6CC759-A2D5-A49F-53D5-0A0EE4B0C09B}"/>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19659" t="52879" r="17723"/>
            <a:stretch/>
          </p:blipFill>
          <p:spPr bwMode="auto">
            <a:xfrm>
              <a:off x="10073434" y="3656967"/>
              <a:ext cx="924170" cy="363400"/>
            </a:xfrm>
            <a:prstGeom prst="rect">
              <a:avLst/>
            </a:prstGeom>
            <a:noFill/>
            <a:extLst>
              <a:ext uri="{909E8E84-426E-40DD-AFC4-6F175D3DCCD1}">
                <a14:hiddenFill xmlns:a14="http://schemas.microsoft.com/office/drawing/2010/main">
                  <a:solidFill>
                    <a:srgbClr val="FFFFFF"/>
                  </a:solidFill>
                </a14:hiddenFill>
              </a:ext>
            </a:extLst>
          </p:spPr>
        </p:pic>
      </p:grpSp>
      <p:pic>
        <p:nvPicPr>
          <p:cNvPr id="5" name="Picture 4" descr="A green and grey logo&#10;&#10;Description automatically generated">
            <a:extLst>
              <a:ext uri="{FF2B5EF4-FFF2-40B4-BE49-F238E27FC236}">
                <a16:creationId xmlns:a16="http://schemas.microsoft.com/office/drawing/2014/main" id="{90CF3AB5-9D31-D22A-A17B-1F1DBFC7A247}"/>
              </a:ext>
            </a:extLst>
          </p:cNvPr>
          <p:cNvPicPr>
            <a:picLocks noChangeAspect="1"/>
          </p:cNvPicPr>
          <p:nvPr/>
        </p:nvPicPr>
        <p:blipFill>
          <a:blip r:embed="rId19"/>
          <a:stretch>
            <a:fillRect/>
          </a:stretch>
        </p:blipFill>
        <p:spPr>
          <a:xfrm>
            <a:off x="2730386" y="2243791"/>
            <a:ext cx="966728" cy="403609"/>
          </a:xfrm>
          <a:prstGeom prst="rect">
            <a:avLst/>
          </a:prstGeom>
        </p:spPr>
      </p:pic>
      <p:pic>
        <p:nvPicPr>
          <p:cNvPr id="7" name="Picture 6">
            <a:extLst>
              <a:ext uri="{FF2B5EF4-FFF2-40B4-BE49-F238E27FC236}">
                <a16:creationId xmlns:a16="http://schemas.microsoft.com/office/drawing/2014/main" id="{2DD495E2-A527-49D3-9D14-19E6C936DDDC}"/>
              </a:ext>
            </a:extLst>
          </p:cNvPr>
          <p:cNvPicPr>
            <a:picLocks noChangeAspect="1"/>
          </p:cNvPicPr>
          <p:nvPr/>
        </p:nvPicPr>
        <p:blipFill>
          <a:blip r:embed="rId20"/>
          <a:srcRect/>
          <a:stretch/>
        </p:blipFill>
        <p:spPr>
          <a:xfrm>
            <a:off x="1079702" y="1877344"/>
            <a:ext cx="1116162" cy="1116162"/>
          </a:xfrm>
          <a:prstGeom prst="rect">
            <a:avLst/>
          </a:prstGeom>
        </p:spPr>
      </p:pic>
    </p:spTree>
    <p:extLst>
      <p:ext uri="{BB962C8B-B14F-4D97-AF65-F5344CB8AC3E}">
        <p14:creationId xmlns:p14="http://schemas.microsoft.com/office/powerpoint/2010/main" val="4075384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3" name="Google Shape;243;p23"/>
          <p:cNvSpPr txBox="1"/>
          <p:nvPr/>
        </p:nvSpPr>
        <p:spPr>
          <a:xfrm>
            <a:off x="2954956" y="448808"/>
            <a:ext cx="6213477" cy="1493241"/>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a:solidFill>
                  <a:srgbClr val="595959"/>
                </a:solidFill>
                <a:latin typeface="Calibri"/>
                <a:ea typeface="Calibri"/>
                <a:cs typeface="Calibri"/>
                <a:sym typeface="Calibri"/>
              </a:rPr>
              <a:t>Our</a:t>
            </a:r>
            <a:r>
              <a:rPr lang="en-US" sz="3800" b="1" i="0" u="none" strike="noStrike" cap="none">
                <a:solidFill>
                  <a:srgbClr val="595959"/>
                </a:solidFill>
                <a:latin typeface="Calibri"/>
                <a:ea typeface="Calibri"/>
                <a:cs typeface="Calibri"/>
                <a:sym typeface="Calibri"/>
              </a:rPr>
              <a:t> </a:t>
            </a:r>
            <a:r>
              <a:rPr lang="en-US" sz="3800" b="1" i="0" u="none" strike="noStrike" cap="none">
                <a:solidFill>
                  <a:srgbClr val="D52F2E"/>
                </a:solidFill>
                <a:latin typeface="Calibri"/>
                <a:ea typeface="Calibri"/>
                <a:cs typeface="Calibri"/>
                <a:sym typeface="Calibri"/>
              </a:rPr>
              <a:t>Technology Partners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accent1"/>
              </a:buClr>
              <a:buSzPts val="1800"/>
              <a:buFont typeface="Calibri"/>
              <a:buNone/>
            </a:pPr>
            <a:endParaRPr sz="1800" b="1" i="0" u="none" strike="noStrike" cap="none">
              <a:solidFill>
                <a:schemeClr val="accent1"/>
              </a:solidFill>
              <a:latin typeface="Calibri"/>
              <a:ea typeface="Calibri"/>
              <a:cs typeface="Calibri"/>
              <a:sym typeface="Calibri"/>
            </a:endParaRPr>
          </a:p>
        </p:txBody>
      </p:sp>
      <p:pic>
        <p:nvPicPr>
          <p:cNvPr id="252" name="Google Shape;252;p23"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2493426" y="1118237"/>
            <a:ext cx="6675007" cy="99253"/>
          </a:xfrm>
          <a:prstGeom prst="rect">
            <a:avLst/>
          </a:prstGeom>
          <a:noFill/>
          <a:ln>
            <a:noFill/>
          </a:ln>
        </p:spPr>
      </p:pic>
      <p:pic>
        <p:nvPicPr>
          <p:cNvPr id="2" name="Google Shape;251;p23" descr="Cybersixgill Accelerates Vulnerability Management with Intent-Based Exploit  Score">
            <a:extLst>
              <a:ext uri="{FF2B5EF4-FFF2-40B4-BE49-F238E27FC236}">
                <a16:creationId xmlns:a16="http://schemas.microsoft.com/office/drawing/2014/main" id="{A129B45E-9D0E-82C7-C764-68E24388A626}"/>
              </a:ext>
            </a:extLst>
          </p:cNvPr>
          <p:cNvPicPr preferRelativeResize="0"/>
          <p:nvPr/>
        </p:nvPicPr>
        <p:blipFill rotWithShape="1">
          <a:blip r:embed="rId4">
            <a:alphaModFix/>
          </a:blip>
          <a:srcRect t="21494" b="17284"/>
          <a:stretch/>
        </p:blipFill>
        <p:spPr>
          <a:xfrm>
            <a:off x="1140642" y="2511746"/>
            <a:ext cx="1707231" cy="588963"/>
          </a:xfrm>
          <a:prstGeom prst="rect">
            <a:avLst/>
          </a:prstGeom>
          <a:noFill/>
          <a:ln>
            <a:noFill/>
          </a:ln>
        </p:spPr>
      </p:pic>
      <p:pic>
        <p:nvPicPr>
          <p:cNvPr id="3" name="Google Shape;253;p23" descr="Rule Your Risk™ | CyCognito">
            <a:extLst>
              <a:ext uri="{FF2B5EF4-FFF2-40B4-BE49-F238E27FC236}">
                <a16:creationId xmlns:a16="http://schemas.microsoft.com/office/drawing/2014/main" id="{F96B000D-EF5F-ACB3-1B8A-90055B938B51}"/>
              </a:ext>
            </a:extLst>
          </p:cNvPr>
          <p:cNvPicPr preferRelativeResize="0"/>
          <p:nvPr/>
        </p:nvPicPr>
        <p:blipFill rotWithShape="1">
          <a:blip r:embed="rId5">
            <a:alphaModFix/>
          </a:blip>
          <a:srcRect/>
          <a:stretch/>
        </p:blipFill>
        <p:spPr>
          <a:xfrm>
            <a:off x="9045433" y="2647941"/>
            <a:ext cx="1857965" cy="244100"/>
          </a:xfrm>
          <a:prstGeom prst="rect">
            <a:avLst/>
          </a:prstGeom>
          <a:noFill/>
          <a:ln>
            <a:noFill/>
          </a:ln>
        </p:spPr>
      </p:pic>
      <p:pic>
        <p:nvPicPr>
          <p:cNvPr id="4" name="Picture 16">
            <a:extLst>
              <a:ext uri="{FF2B5EF4-FFF2-40B4-BE49-F238E27FC236}">
                <a16:creationId xmlns:a16="http://schemas.microsoft.com/office/drawing/2014/main" id="{570E363E-BEFD-3EE0-ADEA-26A9184310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08621" y="2525980"/>
            <a:ext cx="1301395" cy="4880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8" descr="SecurityScorecard Platform Reviews, Ratings &amp; Features 2023 | Gartner Peer  Insights">
            <a:extLst>
              <a:ext uri="{FF2B5EF4-FFF2-40B4-BE49-F238E27FC236}">
                <a16:creationId xmlns:a16="http://schemas.microsoft.com/office/drawing/2014/main" id="{FA8BB260-7221-887E-6CC3-177EB5159E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91311" y="3328953"/>
            <a:ext cx="2848759" cy="4091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4" descr="Cyble Enters into a Threat Intelligence Contributor Partnership with  VirusTotal">
            <a:extLst>
              <a:ext uri="{FF2B5EF4-FFF2-40B4-BE49-F238E27FC236}">
                <a16:creationId xmlns:a16="http://schemas.microsoft.com/office/drawing/2014/main" id="{F9CE83E5-D522-6510-516D-A4E5D836EA77}"/>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30213" b="16022"/>
          <a:stretch/>
        </p:blipFill>
        <p:spPr bwMode="auto">
          <a:xfrm>
            <a:off x="3944820" y="2563727"/>
            <a:ext cx="1528384" cy="43066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6">
            <a:extLst>
              <a:ext uri="{FF2B5EF4-FFF2-40B4-BE49-F238E27FC236}">
                <a16:creationId xmlns:a16="http://schemas.microsoft.com/office/drawing/2014/main" id="{87D1AC20-3FF2-94A5-64FC-A3864EDEC8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49900" y="3122712"/>
            <a:ext cx="1456609" cy="82161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0" descr="INFOSEC • XM Cyber">
            <a:extLst>
              <a:ext uri="{FF2B5EF4-FFF2-40B4-BE49-F238E27FC236}">
                <a16:creationId xmlns:a16="http://schemas.microsoft.com/office/drawing/2014/main" id="{DFEB3997-F8DD-702F-423A-A416EDA3C6F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68918" y="3275276"/>
            <a:ext cx="1912562" cy="516490"/>
          </a:xfrm>
          <a:prstGeom prst="rect">
            <a:avLst/>
          </a:prstGeom>
          <a:noFill/>
          <a:extLst>
            <a:ext uri="{909E8E84-426E-40DD-AFC4-6F175D3DCCD1}">
              <a14:hiddenFill xmlns:a14="http://schemas.microsoft.com/office/drawing/2010/main">
                <a:solidFill>
                  <a:srgbClr val="FFFFFF"/>
                </a:solidFill>
              </a14:hiddenFill>
            </a:ext>
          </a:extLst>
        </p:spPr>
      </p:pic>
      <p:pic>
        <p:nvPicPr>
          <p:cNvPr id="8206" name="Picture 14" descr="Kong Logo | Digital conference, ? logo, Kong">
            <a:extLst>
              <a:ext uri="{FF2B5EF4-FFF2-40B4-BE49-F238E27FC236}">
                <a16:creationId xmlns:a16="http://schemas.microsoft.com/office/drawing/2014/main" id="{BCA5A288-180E-A95A-19CE-612053C118C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9120" y="5521793"/>
            <a:ext cx="1248989" cy="407223"/>
          </a:xfrm>
          <a:prstGeom prst="rect">
            <a:avLst/>
          </a:prstGeom>
          <a:noFill/>
          <a:extLst>
            <a:ext uri="{909E8E84-426E-40DD-AFC4-6F175D3DCCD1}">
              <a14:hiddenFill xmlns:a14="http://schemas.microsoft.com/office/drawing/2010/main">
                <a:solidFill>
                  <a:srgbClr val="FFFFFF"/>
                </a:solidFill>
              </a14:hiddenFill>
            </a:ext>
          </a:extLst>
        </p:spPr>
      </p:pic>
      <p:sp>
        <p:nvSpPr>
          <p:cNvPr id="10" name="Rounded Rectangle 9">
            <a:extLst>
              <a:ext uri="{FF2B5EF4-FFF2-40B4-BE49-F238E27FC236}">
                <a16:creationId xmlns:a16="http://schemas.microsoft.com/office/drawing/2014/main" id="{92AA3FDD-5890-F76E-9CC8-557A8AC594B4}"/>
              </a:ext>
            </a:extLst>
          </p:cNvPr>
          <p:cNvSpPr/>
          <p:nvPr/>
        </p:nvSpPr>
        <p:spPr>
          <a:xfrm>
            <a:off x="554637" y="2175588"/>
            <a:ext cx="11223876" cy="1894249"/>
          </a:xfrm>
          <a:prstGeom prst="roundRect">
            <a:avLst/>
          </a:prstGeom>
          <a:noFill/>
          <a:ln w="28575">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377;p8">
            <a:extLst>
              <a:ext uri="{FF2B5EF4-FFF2-40B4-BE49-F238E27FC236}">
                <a16:creationId xmlns:a16="http://schemas.microsoft.com/office/drawing/2014/main" id="{820B8C79-BB8D-3113-850A-B00268E1329E}"/>
              </a:ext>
            </a:extLst>
          </p:cNvPr>
          <p:cNvSpPr/>
          <p:nvPr/>
        </p:nvSpPr>
        <p:spPr>
          <a:xfrm>
            <a:off x="4608879" y="1489782"/>
            <a:ext cx="2974242" cy="590952"/>
          </a:xfrm>
          <a:prstGeom prst="roundRect">
            <a:avLst>
              <a:gd name="adj" fmla="val 50000"/>
            </a:avLst>
          </a:prstGeom>
          <a:noFill/>
          <a:ln w="28575">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800" b="1" i="0" u="none" strike="noStrike" cap="none">
                <a:solidFill>
                  <a:srgbClr val="000000"/>
                </a:solidFill>
                <a:latin typeface="Arial"/>
                <a:ea typeface="Arial"/>
                <a:cs typeface="Arial"/>
                <a:sym typeface="Arial"/>
              </a:rPr>
              <a:t>Cybersecurity</a:t>
            </a:r>
            <a:endParaRPr sz="1800" b="1" i="0" u="none" strike="noStrike" cap="none">
              <a:solidFill>
                <a:srgbClr val="000000"/>
              </a:solidFill>
              <a:latin typeface="Arial"/>
              <a:ea typeface="Arial"/>
              <a:cs typeface="Arial"/>
              <a:sym typeface="Arial"/>
            </a:endParaRPr>
          </a:p>
        </p:txBody>
      </p:sp>
      <p:pic>
        <p:nvPicPr>
          <p:cNvPr id="19464" name="Picture 8" descr="Tyk logo - Social media &amp; Logos Icons">
            <a:extLst>
              <a:ext uri="{FF2B5EF4-FFF2-40B4-BE49-F238E27FC236}">
                <a16:creationId xmlns:a16="http://schemas.microsoft.com/office/drawing/2014/main" id="{42B3BD9D-3C98-C9DF-AF46-3906C9B5E31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01935" y="5368218"/>
            <a:ext cx="1506686" cy="753343"/>
          </a:xfrm>
          <a:prstGeom prst="rect">
            <a:avLst/>
          </a:prstGeom>
          <a:noFill/>
          <a:extLst>
            <a:ext uri="{909E8E84-426E-40DD-AFC4-6F175D3DCCD1}">
              <a14:hiddenFill xmlns:a14="http://schemas.microsoft.com/office/drawing/2010/main">
                <a:solidFill>
                  <a:srgbClr val="FFFFFF"/>
                </a:solidFill>
              </a14:hiddenFill>
            </a:ext>
          </a:extLst>
        </p:spPr>
      </p:pic>
      <p:sp>
        <p:nvSpPr>
          <p:cNvPr id="15" name="Rounded Rectangle 14">
            <a:extLst>
              <a:ext uri="{FF2B5EF4-FFF2-40B4-BE49-F238E27FC236}">
                <a16:creationId xmlns:a16="http://schemas.microsoft.com/office/drawing/2014/main" id="{831B8901-E766-6BEA-D78A-E4F9A967D48C}"/>
              </a:ext>
            </a:extLst>
          </p:cNvPr>
          <p:cNvSpPr/>
          <p:nvPr/>
        </p:nvSpPr>
        <p:spPr>
          <a:xfrm>
            <a:off x="2858503" y="5044019"/>
            <a:ext cx="6520242" cy="1299394"/>
          </a:xfrm>
          <a:prstGeom prst="roundRect">
            <a:avLst/>
          </a:prstGeom>
          <a:noFill/>
          <a:ln w="28575">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Google Shape;377;p8">
            <a:extLst>
              <a:ext uri="{FF2B5EF4-FFF2-40B4-BE49-F238E27FC236}">
                <a16:creationId xmlns:a16="http://schemas.microsoft.com/office/drawing/2014/main" id="{5FE0E7E7-EE1B-897C-A32D-C36F98777D85}"/>
              </a:ext>
            </a:extLst>
          </p:cNvPr>
          <p:cNvSpPr/>
          <p:nvPr/>
        </p:nvSpPr>
        <p:spPr>
          <a:xfrm>
            <a:off x="3059205" y="4364960"/>
            <a:ext cx="6073590" cy="590952"/>
          </a:xfrm>
          <a:prstGeom prst="roundRect">
            <a:avLst>
              <a:gd name="adj" fmla="val 50000"/>
            </a:avLst>
          </a:prstGeom>
          <a:noFill/>
          <a:ln w="28575">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800" b="1" i="0" u="none" strike="noStrike" cap="none">
                <a:solidFill>
                  <a:srgbClr val="000000"/>
                </a:solidFill>
                <a:latin typeface="Arial"/>
                <a:ea typeface="Arial"/>
                <a:cs typeface="Arial"/>
                <a:sym typeface="Arial"/>
              </a:rPr>
              <a:t>Application Modernization</a:t>
            </a:r>
            <a:endParaRPr sz="1800" b="1" i="0" u="none" strike="noStrike" cap="none">
              <a:solidFill>
                <a:srgbClr val="000000"/>
              </a:solidFill>
              <a:latin typeface="Arial"/>
              <a:ea typeface="Arial"/>
              <a:cs typeface="Arial"/>
              <a:sym typeface="Arial"/>
            </a:endParaRPr>
          </a:p>
        </p:txBody>
      </p:sp>
      <p:pic>
        <p:nvPicPr>
          <p:cNvPr id="1026" name="Picture 2">
            <a:extLst>
              <a:ext uri="{FF2B5EF4-FFF2-40B4-BE49-F238E27FC236}">
                <a16:creationId xmlns:a16="http://schemas.microsoft.com/office/drawing/2014/main" id="{ECF48937-3D99-9E8A-6B22-D7CFE3917D9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10536" y="5523859"/>
            <a:ext cx="1998960" cy="431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501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9" name="Google Shape;259;p24" descr="Image result for tisco"/>
          <p:cNvPicPr preferRelativeResize="0"/>
          <p:nvPr/>
        </p:nvPicPr>
        <p:blipFill rotWithShape="1">
          <a:blip r:embed="rId3">
            <a:alphaModFix/>
          </a:blip>
          <a:srcRect/>
          <a:stretch/>
        </p:blipFill>
        <p:spPr>
          <a:xfrm>
            <a:off x="1703607" y="2508785"/>
            <a:ext cx="568840" cy="568840"/>
          </a:xfrm>
          <a:prstGeom prst="rect">
            <a:avLst/>
          </a:prstGeom>
          <a:noFill/>
          <a:ln>
            <a:noFill/>
          </a:ln>
        </p:spPr>
      </p:pic>
      <p:pic>
        <p:nvPicPr>
          <p:cNvPr id="260" name="Google Shape;260;p24"/>
          <p:cNvPicPr preferRelativeResize="0"/>
          <p:nvPr/>
        </p:nvPicPr>
        <p:blipFill rotWithShape="1">
          <a:blip r:embed="rId4">
            <a:alphaModFix/>
          </a:blip>
          <a:srcRect/>
          <a:stretch/>
        </p:blipFill>
        <p:spPr>
          <a:xfrm>
            <a:off x="3193260" y="1848014"/>
            <a:ext cx="772390" cy="389473"/>
          </a:xfrm>
          <a:prstGeom prst="rect">
            <a:avLst/>
          </a:prstGeom>
          <a:noFill/>
          <a:ln>
            <a:noFill/>
          </a:ln>
        </p:spPr>
      </p:pic>
      <p:pic>
        <p:nvPicPr>
          <p:cNvPr id="262" name="Google Shape;262;p24"/>
          <p:cNvPicPr preferRelativeResize="0"/>
          <p:nvPr/>
        </p:nvPicPr>
        <p:blipFill rotWithShape="1">
          <a:blip r:embed="rId5">
            <a:alphaModFix/>
          </a:blip>
          <a:srcRect/>
          <a:stretch/>
        </p:blipFill>
        <p:spPr>
          <a:xfrm>
            <a:off x="1545860" y="1899802"/>
            <a:ext cx="884334" cy="285896"/>
          </a:xfrm>
          <a:prstGeom prst="rect">
            <a:avLst/>
          </a:prstGeom>
          <a:noFill/>
          <a:ln>
            <a:noFill/>
          </a:ln>
        </p:spPr>
      </p:pic>
      <p:pic>
        <p:nvPicPr>
          <p:cNvPr id="263" name="Google Shape;263;p24"/>
          <p:cNvPicPr preferRelativeResize="0"/>
          <p:nvPr/>
        </p:nvPicPr>
        <p:blipFill rotWithShape="1">
          <a:blip r:embed="rId6">
            <a:alphaModFix/>
          </a:blip>
          <a:srcRect/>
          <a:stretch/>
        </p:blipFill>
        <p:spPr>
          <a:xfrm>
            <a:off x="4667633" y="1854491"/>
            <a:ext cx="1016357" cy="376518"/>
          </a:xfrm>
          <a:prstGeom prst="rect">
            <a:avLst/>
          </a:prstGeom>
          <a:noFill/>
          <a:ln>
            <a:noFill/>
          </a:ln>
        </p:spPr>
      </p:pic>
      <p:pic>
        <p:nvPicPr>
          <p:cNvPr id="265" name="Google Shape;265;p24"/>
          <p:cNvPicPr preferRelativeResize="0"/>
          <p:nvPr/>
        </p:nvPicPr>
        <p:blipFill rotWithShape="1">
          <a:blip r:embed="rId7">
            <a:alphaModFix/>
          </a:blip>
          <a:srcRect/>
          <a:stretch/>
        </p:blipFill>
        <p:spPr>
          <a:xfrm>
            <a:off x="9794921" y="4017880"/>
            <a:ext cx="988098" cy="529339"/>
          </a:xfrm>
          <a:prstGeom prst="rect">
            <a:avLst/>
          </a:prstGeom>
          <a:noFill/>
          <a:ln>
            <a:noFill/>
          </a:ln>
        </p:spPr>
      </p:pic>
      <p:pic>
        <p:nvPicPr>
          <p:cNvPr id="266" name="Google Shape;266;p24"/>
          <p:cNvPicPr preferRelativeResize="0"/>
          <p:nvPr/>
        </p:nvPicPr>
        <p:blipFill rotWithShape="1">
          <a:blip r:embed="rId8">
            <a:alphaModFix/>
          </a:blip>
          <a:srcRect/>
          <a:stretch/>
        </p:blipFill>
        <p:spPr>
          <a:xfrm>
            <a:off x="6444377" y="4116544"/>
            <a:ext cx="807021" cy="307991"/>
          </a:xfrm>
          <a:prstGeom prst="rect">
            <a:avLst/>
          </a:prstGeom>
          <a:noFill/>
          <a:ln>
            <a:noFill/>
          </a:ln>
        </p:spPr>
      </p:pic>
      <p:pic>
        <p:nvPicPr>
          <p:cNvPr id="267" name="Google Shape;267;p24" descr="U Mobile Vector Logo – Brand Logo Collection"/>
          <p:cNvPicPr preferRelativeResize="0"/>
          <p:nvPr/>
        </p:nvPicPr>
        <p:blipFill rotWithShape="1">
          <a:blip r:embed="rId9">
            <a:alphaModFix/>
          </a:blip>
          <a:srcRect/>
          <a:stretch/>
        </p:blipFill>
        <p:spPr>
          <a:xfrm>
            <a:off x="3354429" y="4056008"/>
            <a:ext cx="416095" cy="530093"/>
          </a:xfrm>
          <a:prstGeom prst="rect">
            <a:avLst/>
          </a:prstGeom>
          <a:noFill/>
          <a:ln>
            <a:noFill/>
          </a:ln>
        </p:spPr>
      </p:pic>
      <p:pic>
        <p:nvPicPr>
          <p:cNvPr id="269" name="Google Shape;269;p24"/>
          <p:cNvPicPr preferRelativeResize="0"/>
          <p:nvPr/>
        </p:nvPicPr>
        <p:blipFill rotWithShape="1">
          <a:blip r:embed="rId10">
            <a:alphaModFix/>
          </a:blip>
          <a:srcRect/>
          <a:stretch/>
        </p:blipFill>
        <p:spPr>
          <a:xfrm>
            <a:off x="5862956" y="5703192"/>
            <a:ext cx="1077253" cy="410911"/>
          </a:xfrm>
          <a:prstGeom prst="rect">
            <a:avLst/>
          </a:prstGeom>
          <a:noFill/>
          <a:ln>
            <a:noFill/>
          </a:ln>
        </p:spPr>
      </p:pic>
      <p:pic>
        <p:nvPicPr>
          <p:cNvPr id="271" name="Google Shape;271;p24" descr="TMBThanachart Bank - Wikipedia"/>
          <p:cNvPicPr preferRelativeResize="0"/>
          <p:nvPr/>
        </p:nvPicPr>
        <p:blipFill rotWithShape="1">
          <a:blip r:embed="rId11">
            <a:alphaModFix/>
          </a:blip>
          <a:srcRect/>
          <a:stretch/>
        </p:blipFill>
        <p:spPr>
          <a:xfrm>
            <a:off x="3258778" y="2626345"/>
            <a:ext cx="518652" cy="259326"/>
          </a:xfrm>
          <a:prstGeom prst="rect">
            <a:avLst/>
          </a:prstGeom>
          <a:noFill/>
          <a:ln>
            <a:noFill/>
          </a:ln>
        </p:spPr>
      </p:pic>
      <p:grpSp>
        <p:nvGrpSpPr>
          <p:cNvPr id="5" name="Group 4">
            <a:extLst>
              <a:ext uri="{FF2B5EF4-FFF2-40B4-BE49-F238E27FC236}">
                <a16:creationId xmlns:a16="http://schemas.microsoft.com/office/drawing/2014/main" id="{89280B35-4F21-FFE2-69A1-3FED7CC930B8}"/>
              </a:ext>
            </a:extLst>
          </p:cNvPr>
          <p:cNvGrpSpPr/>
          <p:nvPr/>
        </p:nvGrpSpPr>
        <p:grpSpPr>
          <a:xfrm>
            <a:off x="9772046" y="1631356"/>
            <a:ext cx="1044971" cy="667120"/>
            <a:chOff x="8842396" y="1329460"/>
            <a:chExt cx="1044971" cy="667120"/>
          </a:xfrm>
        </p:grpSpPr>
        <p:pic>
          <p:nvPicPr>
            <p:cNvPr id="273" name="Google Shape;273;p24" descr="Recruitment for the position of Bank of Thailand Governor"/>
            <p:cNvPicPr preferRelativeResize="0"/>
            <p:nvPr/>
          </p:nvPicPr>
          <p:blipFill rotWithShape="1">
            <a:blip r:embed="rId12">
              <a:alphaModFix/>
            </a:blip>
            <a:srcRect l="7681" r="7854" b="40558"/>
            <a:stretch/>
          </p:blipFill>
          <p:spPr>
            <a:xfrm>
              <a:off x="8853518" y="1329460"/>
              <a:ext cx="1033849" cy="470325"/>
            </a:xfrm>
            <a:prstGeom prst="rect">
              <a:avLst/>
            </a:prstGeom>
            <a:noFill/>
            <a:ln>
              <a:noFill/>
            </a:ln>
          </p:spPr>
        </p:pic>
        <p:pic>
          <p:nvPicPr>
            <p:cNvPr id="274" name="Google Shape;274;p24" descr="Recruitment for the position of Bank of Thailand Governor"/>
            <p:cNvPicPr preferRelativeResize="0"/>
            <p:nvPr/>
          </p:nvPicPr>
          <p:blipFill rotWithShape="1">
            <a:blip r:embed="rId12">
              <a:alphaModFix/>
            </a:blip>
            <a:srcRect l="16410" t="74286" r="17957" b="9651"/>
            <a:stretch/>
          </p:blipFill>
          <p:spPr>
            <a:xfrm>
              <a:off x="8842396" y="1833013"/>
              <a:ext cx="1033849" cy="163567"/>
            </a:xfrm>
            <a:prstGeom prst="rect">
              <a:avLst/>
            </a:prstGeom>
            <a:noFill/>
            <a:ln>
              <a:noFill/>
            </a:ln>
          </p:spPr>
        </p:pic>
      </p:grpSp>
      <p:pic>
        <p:nvPicPr>
          <p:cNvPr id="275" name="Google Shape;275;p24" descr="TM Telekom Malaysia Logo – Brand Logo Collection"/>
          <p:cNvPicPr preferRelativeResize="0"/>
          <p:nvPr/>
        </p:nvPicPr>
        <p:blipFill rotWithShape="1">
          <a:blip r:embed="rId13">
            <a:alphaModFix/>
          </a:blip>
          <a:srcRect/>
          <a:stretch/>
        </p:blipFill>
        <p:spPr>
          <a:xfrm>
            <a:off x="8172364" y="4080202"/>
            <a:ext cx="759075" cy="380674"/>
          </a:xfrm>
          <a:prstGeom prst="rect">
            <a:avLst/>
          </a:prstGeom>
          <a:noFill/>
          <a:ln>
            <a:noFill/>
          </a:ln>
        </p:spPr>
      </p:pic>
      <p:pic>
        <p:nvPicPr>
          <p:cNvPr id="276" name="Google Shape;276;p24"/>
          <p:cNvPicPr preferRelativeResize="0"/>
          <p:nvPr/>
        </p:nvPicPr>
        <p:blipFill rotWithShape="1">
          <a:blip r:embed="rId14">
            <a:alphaModFix/>
          </a:blip>
          <a:srcRect/>
          <a:stretch/>
        </p:blipFill>
        <p:spPr>
          <a:xfrm>
            <a:off x="4728753" y="4139255"/>
            <a:ext cx="894116" cy="356981"/>
          </a:xfrm>
          <a:prstGeom prst="rect">
            <a:avLst/>
          </a:prstGeom>
          <a:noFill/>
          <a:ln>
            <a:noFill/>
          </a:ln>
        </p:spPr>
      </p:pic>
      <p:pic>
        <p:nvPicPr>
          <p:cNvPr id="278" name="Google Shape;278;p24"/>
          <p:cNvPicPr preferRelativeResize="0"/>
          <p:nvPr/>
        </p:nvPicPr>
        <p:blipFill rotWithShape="1">
          <a:blip r:embed="rId15">
            <a:alphaModFix/>
          </a:blip>
          <a:srcRect/>
          <a:stretch/>
        </p:blipFill>
        <p:spPr>
          <a:xfrm>
            <a:off x="4667633" y="3269735"/>
            <a:ext cx="1102399" cy="459955"/>
          </a:xfrm>
          <a:prstGeom prst="rect">
            <a:avLst/>
          </a:prstGeom>
          <a:noFill/>
          <a:ln>
            <a:noFill/>
          </a:ln>
        </p:spPr>
      </p:pic>
      <p:pic>
        <p:nvPicPr>
          <p:cNvPr id="280" name="Google Shape;280;p24" descr="Logo, company name&#10;&#10;Description automatically generated"/>
          <p:cNvPicPr preferRelativeResize="0"/>
          <p:nvPr/>
        </p:nvPicPr>
        <p:blipFill rotWithShape="1">
          <a:blip r:embed="rId16">
            <a:alphaModFix/>
          </a:blip>
          <a:srcRect/>
          <a:stretch/>
        </p:blipFill>
        <p:spPr>
          <a:xfrm>
            <a:off x="10076128" y="2509895"/>
            <a:ext cx="447927" cy="447927"/>
          </a:xfrm>
          <a:prstGeom prst="rect">
            <a:avLst/>
          </a:prstGeom>
          <a:noFill/>
          <a:ln>
            <a:noFill/>
          </a:ln>
        </p:spPr>
      </p:pic>
      <p:pic>
        <p:nvPicPr>
          <p:cNvPr id="281" name="Google Shape;281;p24" descr="viettel-logo - MEF"/>
          <p:cNvPicPr preferRelativeResize="0"/>
          <p:nvPr/>
        </p:nvPicPr>
        <p:blipFill rotWithShape="1">
          <a:blip r:embed="rId17">
            <a:alphaModFix/>
          </a:blip>
          <a:srcRect t="35855" b="33665"/>
          <a:stretch/>
        </p:blipFill>
        <p:spPr>
          <a:xfrm>
            <a:off x="1496086" y="4180204"/>
            <a:ext cx="1036835" cy="316032"/>
          </a:xfrm>
          <a:prstGeom prst="rect">
            <a:avLst/>
          </a:prstGeom>
          <a:noFill/>
          <a:ln>
            <a:noFill/>
          </a:ln>
        </p:spPr>
      </p:pic>
      <p:pic>
        <p:nvPicPr>
          <p:cNvPr id="282" name="Google Shape;282;p24"/>
          <p:cNvPicPr preferRelativeResize="0"/>
          <p:nvPr/>
        </p:nvPicPr>
        <p:blipFill rotWithShape="1">
          <a:blip r:embed="rId18">
            <a:alphaModFix/>
          </a:blip>
          <a:srcRect/>
          <a:stretch/>
        </p:blipFill>
        <p:spPr>
          <a:xfrm>
            <a:off x="6416457" y="3392053"/>
            <a:ext cx="826142" cy="282720"/>
          </a:xfrm>
          <a:prstGeom prst="rect">
            <a:avLst/>
          </a:prstGeom>
          <a:noFill/>
          <a:ln>
            <a:noFill/>
          </a:ln>
        </p:spPr>
      </p:pic>
      <p:pic>
        <p:nvPicPr>
          <p:cNvPr id="285" name="Google Shape;285;p24" descr="A picture containing text, clipart, vector graphics&#10;&#10;Description automatically generated"/>
          <p:cNvPicPr preferRelativeResize="0"/>
          <p:nvPr/>
        </p:nvPicPr>
        <p:blipFill rotWithShape="1">
          <a:blip r:embed="rId19">
            <a:alphaModFix/>
          </a:blip>
          <a:srcRect/>
          <a:stretch/>
        </p:blipFill>
        <p:spPr>
          <a:xfrm>
            <a:off x="1614760" y="3385429"/>
            <a:ext cx="747050" cy="286967"/>
          </a:xfrm>
          <a:prstGeom prst="rect">
            <a:avLst/>
          </a:prstGeom>
          <a:noFill/>
          <a:ln>
            <a:noFill/>
          </a:ln>
        </p:spPr>
      </p:pic>
      <p:pic>
        <p:nvPicPr>
          <p:cNvPr id="288" name="Google Shape;288;p24" descr="Logo, icon&#10;&#10;Description automatically generated"/>
          <p:cNvPicPr preferRelativeResize="0"/>
          <p:nvPr/>
        </p:nvPicPr>
        <p:blipFill rotWithShape="1">
          <a:blip r:embed="rId20">
            <a:alphaModFix/>
          </a:blip>
          <a:srcRect/>
          <a:stretch/>
        </p:blipFill>
        <p:spPr>
          <a:xfrm>
            <a:off x="8031944" y="1818413"/>
            <a:ext cx="1126454" cy="480063"/>
          </a:xfrm>
          <a:prstGeom prst="rect">
            <a:avLst/>
          </a:prstGeom>
          <a:noFill/>
          <a:ln>
            <a:noFill/>
          </a:ln>
        </p:spPr>
      </p:pic>
      <p:pic>
        <p:nvPicPr>
          <p:cNvPr id="289" name="Google Shape;289;p24" descr="A picture containing logo&#10;&#10;Description automatically generated"/>
          <p:cNvPicPr preferRelativeResize="0"/>
          <p:nvPr/>
        </p:nvPicPr>
        <p:blipFill rotWithShape="1">
          <a:blip r:embed="rId21">
            <a:alphaModFix/>
          </a:blip>
          <a:srcRect/>
          <a:stretch/>
        </p:blipFill>
        <p:spPr>
          <a:xfrm>
            <a:off x="7766946" y="3028937"/>
            <a:ext cx="1569250" cy="941551"/>
          </a:xfrm>
          <a:prstGeom prst="rect">
            <a:avLst/>
          </a:prstGeom>
          <a:noFill/>
          <a:ln>
            <a:noFill/>
          </a:ln>
        </p:spPr>
      </p:pic>
      <p:pic>
        <p:nvPicPr>
          <p:cNvPr id="293" name="Google Shape;293;p24" descr="Logo&#10;&#10;Description automatically generated"/>
          <p:cNvPicPr preferRelativeResize="0"/>
          <p:nvPr/>
        </p:nvPicPr>
        <p:blipFill rotWithShape="1">
          <a:blip r:embed="rId22">
            <a:alphaModFix/>
          </a:blip>
          <a:srcRect/>
          <a:stretch/>
        </p:blipFill>
        <p:spPr>
          <a:xfrm>
            <a:off x="4012231" y="5728196"/>
            <a:ext cx="1088460" cy="410911"/>
          </a:xfrm>
          <a:prstGeom prst="rect">
            <a:avLst/>
          </a:prstGeom>
          <a:noFill/>
          <a:ln>
            <a:noFill/>
          </a:ln>
        </p:spPr>
      </p:pic>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rgbClr val="595959"/>
                </a:solidFill>
                <a:latin typeface="Calibri"/>
                <a:ea typeface="Calibri"/>
                <a:cs typeface="Calibri"/>
                <a:sym typeface="Calibri"/>
              </a:rPr>
              <a:t>Our </a:t>
            </a:r>
            <a:r>
              <a:rPr lang="en-US" sz="3800" b="1" i="0" u="none" strike="noStrike" cap="none">
                <a:solidFill>
                  <a:srgbClr val="FF0000"/>
                </a:solidFill>
                <a:latin typeface="Calibri"/>
                <a:ea typeface="Calibri"/>
                <a:cs typeface="Calibri"/>
                <a:sym typeface="Calibri"/>
              </a:rPr>
              <a:t>Clientele</a:t>
            </a:r>
            <a:endParaRPr sz="1800" b="1" i="0" u="none" strike="noStrike" cap="none">
              <a:solidFill>
                <a:srgbClr val="FF0000"/>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23">
            <a:alphaModFix/>
          </a:blip>
          <a:srcRect l="28820" t="48393" r="30588" b="49874"/>
          <a:stretch/>
        </p:blipFill>
        <p:spPr>
          <a:xfrm>
            <a:off x="4235220" y="1075066"/>
            <a:ext cx="3365101" cy="98983"/>
          </a:xfrm>
          <a:prstGeom prst="rect">
            <a:avLst/>
          </a:prstGeom>
          <a:noFill/>
          <a:ln>
            <a:noFill/>
          </a:ln>
        </p:spPr>
      </p:pic>
      <p:pic>
        <p:nvPicPr>
          <p:cNvPr id="304" name="Google Shape;304;p24"/>
          <p:cNvPicPr preferRelativeResize="0"/>
          <p:nvPr/>
        </p:nvPicPr>
        <p:blipFill rotWithShape="1">
          <a:blip r:embed="rId24">
            <a:alphaModFix/>
          </a:blip>
          <a:srcRect/>
          <a:stretch/>
        </p:blipFill>
        <p:spPr>
          <a:xfrm>
            <a:off x="9701387" y="3262313"/>
            <a:ext cx="1175166" cy="474797"/>
          </a:xfrm>
          <a:prstGeom prst="rect">
            <a:avLst/>
          </a:prstGeom>
          <a:noFill/>
          <a:ln>
            <a:noFill/>
          </a:ln>
        </p:spPr>
      </p:pic>
      <p:pic>
        <p:nvPicPr>
          <p:cNvPr id="305" name="Google Shape;305;p24"/>
          <p:cNvPicPr preferRelativeResize="0"/>
          <p:nvPr/>
        </p:nvPicPr>
        <p:blipFill rotWithShape="1">
          <a:blip r:embed="rId25">
            <a:alphaModFix/>
          </a:blip>
          <a:srcRect/>
          <a:stretch/>
        </p:blipFill>
        <p:spPr>
          <a:xfrm>
            <a:off x="1546734" y="4923645"/>
            <a:ext cx="986187" cy="410911"/>
          </a:xfrm>
          <a:prstGeom prst="rect">
            <a:avLst/>
          </a:prstGeom>
          <a:noFill/>
          <a:ln>
            <a:noFill/>
          </a:ln>
        </p:spPr>
      </p:pic>
      <p:pic>
        <p:nvPicPr>
          <p:cNvPr id="314" name="Google Shape;314;p24" descr="Text&#10;&#10;Description automatically generated"/>
          <p:cNvPicPr preferRelativeResize="0"/>
          <p:nvPr/>
        </p:nvPicPr>
        <p:blipFill rotWithShape="1">
          <a:blip r:embed="rId26">
            <a:alphaModFix/>
          </a:blip>
          <a:srcRect/>
          <a:stretch/>
        </p:blipFill>
        <p:spPr>
          <a:xfrm>
            <a:off x="6084513" y="1813215"/>
            <a:ext cx="1506325" cy="459070"/>
          </a:xfrm>
          <a:prstGeom prst="rect">
            <a:avLst/>
          </a:prstGeom>
          <a:noFill/>
          <a:ln>
            <a:noFill/>
          </a:ln>
        </p:spPr>
      </p:pic>
      <p:pic>
        <p:nvPicPr>
          <p:cNvPr id="16388" name="Picture 4" descr="First Philippine Holdings Corporation - Wikipedia">
            <a:extLst>
              <a:ext uri="{FF2B5EF4-FFF2-40B4-BE49-F238E27FC236}">
                <a16:creationId xmlns:a16="http://schemas.microsoft.com/office/drawing/2014/main" id="{87A6AB81-7E4A-1C92-6453-3F02C20F6654}"/>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443496" y="5648908"/>
            <a:ext cx="1136342" cy="486316"/>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TDCX - Investor Relations">
            <a:extLst>
              <a:ext uri="{FF2B5EF4-FFF2-40B4-BE49-F238E27FC236}">
                <a16:creationId xmlns:a16="http://schemas.microsoft.com/office/drawing/2014/main" id="{EB7BB6CC-D7B2-1EC9-4485-0935C080510D}"/>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9216813" y="5728196"/>
            <a:ext cx="760871" cy="305208"/>
          </a:xfrm>
          <a:prstGeom prst="rect">
            <a:avLst/>
          </a:prstGeom>
          <a:noFill/>
          <a:extLst>
            <a:ext uri="{909E8E84-426E-40DD-AFC4-6F175D3DCCD1}">
              <a14:hiddenFill xmlns:a14="http://schemas.microsoft.com/office/drawing/2010/main">
                <a:solidFill>
                  <a:srgbClr val="FFFFFF"/>
                </a:solidFill>
              </a14:hiddenFill>
            </a:ext>
          </a:extLst>
        </p:spPr>
      </p:pic>
      <p:pic>
        <p:nvPicPr>
          <p:cNvPr id="16392" name="Picture 8" descr="About Us - Who We Are | MNRB">
            <a:extLst>
              <a:ext uri="{FF2B5EF4-FFF2-40B4-BE49-F238E27FC236}">
                <a16:creationId xmlns:a16="http://schemas.microsoft.com/office/drawing/2014/main" id="{B1715F0C-3646-F128-8F11-1D64BB5D7FF5}"/>
              </a:ext>
            </a:extLst>
          </p:cNvPr>
          <p:cNvPicPr>
            <a:picLocks noChangeAspect="1" noChangeArrowheads="1"/>
          </p:cNvPicPr>
          <p:nvPr/>
        </p:nvPicPr>
        <p:blipFill rotWithShape="1">
          <a:blip r:embed="rId29">
            <a:extLst>
              <a:ext uri="{28A0092B-C50C-407E-A947-70E740481C1C}">
                <a14:useLocalDpi xmlns:a14="http://schemas.microsoft.com/office/drawing/2010/main" val="0"/>
              </a:ext>
            </a:extLst>
          </a:blip>
          <a:srcRect b="18713"/>
          <a:stretch/>
        </p:blipFill>
        <p:spPr bwMode="auto">
          <a:xfrm>
            <a:off x="6332220" y="2374891"/>
            <a:ext cx="1010909" cy="622657"/>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10">
            <a:extLst>
              <a:ext uri="{FF2B5EF4-FFF2-40B4-BE49-F238E27FC236}">
                <a16:creationId xmlns:a16="http://schemas.microsoft.com/office/drawing/2014/main" id="{DA06A5ED-7DAB-6B8C-B07F-36237A170FC1}"/>
              </a:ext>
            </a:extLst>
          </p:cNvPr>
          <p:cNvSpPr>
            <a:spLocks noChangeAspect="1" noChangeArrowheads="1"/>
          </p:cNvSpPr>
          <p:nvPr/>
        </p:nvSpPr>
        <p:spPr bwMode="auto">
          <a:xfrm>
            <a:off x="10000354" y="345824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6398" name="Picture 14" descr="Ciri-ciri e-dompet Touch 'n Go akan diperluas">
            <a:extLst>
              <a:ext uri="{FF2B5EF4-FFF2-40B4-BE49-F238E27FC236}">
                <a16:creationId xmlns:a16="http://schemas.microsoft.com/office/drawing/2014/main" id="{4DEECCED-2851-E9AD-32CB-AF5957CEFA3F}"/>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757447" y="2437770"/>
            <a:ext cx="856695" cy="639855"/>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697F3628-A427-3151-775D-589DE8E91607}"/>
              </a:ext>
            </a:extLst>
          </p:cNvPr>
          <p:cNvGrpSpPr/>
          <p:nvPr/>
        </p:nvGrpSpPr>
        <p:grpSpPr>
          <a:xfrm>
            <a:off x="7766946" y="2547026"/>
            <a:ext cx="1656449" cy="385461"/>
            <a:chOff x="5349605" y="2239619"/>
            <a:chExt cx="1982130" cy="461248"/>
          </a:xfrm>
        </p:grpSpPr>
        <p:pic>
          <p:nvPicPr>
            <p:cNvPr id="290" name="Google Shape;290;p24" descr="A picture containing text&#10;&#10;Description automatically generated"/>
            <p:cNvPicPr preferRelativeResize="0"/>
            <p:nvPr/>
          </p:nvPicPr>
          <p:blipFill rotWithShape="1">
            <a:blip r:embed="rId31">
              <a:alphaModFix/>
            </a:blip>
            <a:srcRect l="17273" t="-546" b="38076"/>
            <a:stretch/>
          </p:blipFill>
          <p:spPr>
            <a:xfrm>
              <a:off x="5825409" y="2385888"/>
              <a:ext cx="1506326" cy="207603"/>
            </a:xfrm>
            <a:prstGeom prst="rect">
              <a:avLst/>
            </a:prstGeom>
            <a:noFill/>
            <a:ln>
              <a:noFill/>
            </a:ln>
          </p:spPr>
        </p:pic>
        <p:pic>
          <p:nvPicPr>
            <p:cNvPr id="16404" name="Picture 20" descr="AHAM Asset Management Berhad | Home">
              <a:extLst>
                <a:ext uri="{FF2B5EF4-FFF2-40B4-BE49-F238E27FC236}">
                  <a16:creationId xmlns:a16="http://schemas.microsoft.com/office/drawing/2014/main" id="{96E63E43-AB9F-7F72-A081-2F98D2C62621}"/>
                </a:ext>
              </a:extLst>
            </p:cNvPr>
            <p:cNvPicPr>
              <a:picLocks noChangeAspect="1" noChangeArrowheads="1"/>
            </p:cNvPicPr>
            <p:nvPr/>
          </p:nvPicPr>
          <p:blipFill rotWithShape="1">
            <a:blip r:embed="rId32">
              <a:extLst>
                <a:ext uri="{28A0092B-C50C-407E-A947-70E740481C1C}">
                  <a14:useLocalDpi xmlns:a14="http://schemas.microsoft.com/office/drawing/2010/main" val="0"/>
                </a:ext>
              </a:extLst>
            </a:blip>
            <a:srcRect r="82333"/>
            <a:stretch/>
          </p:blipFill>
          <p:spPr bwMode="auto">
            <a:xfrm>
              <a:off x="5349605" y="2239619"/>
              <a:ext cx="446479" cy="461248"/>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Picture 6" descr="A red triangle and black text&#10;&#10;Description automatically generated">
            <a:extLst>
              <a:ext uri="{FF2B5EF4-FFF2-40B4-BE49-F238E27FC236}">
                <a16:creationId xmlns:a16="http://schemas.microsoft.com/office/drawing/2014/main" id="{9F9C6924-F50D-CC1C-439D-57A50DA1CD80}"/>
              </a:ext>
            </a:extLst>
          </p:cNvPr>
          <p:cNvPicPr>
            <a:picLocks noChangeAspect="1"/>
          </p:cNvPicPr>
          <p:nvPr/>
        </p:nvPicPr>
        <p:blipFill rotWithShape="1">
          <a:blip r:embed="rId33"/>
          <a:srcRect l="6264" t="27078" r="4848" b="24351"/>
          <a:stretch/>
        </p:blipFill>
        <p:spPr>
          <a:xfrm>
            <a:off x="3070902" y="3379800"/>
            <a:ext cx="894748" cy="325948"/>
          </a:xfrm>
          <a:prstGeom prst="rect">
            <a:avLst/>
          </a:prstGeom>
        </p:spPr>
      </p:pic>
      <p:pic>
        <p:nvPicPr>
          <p:cNvPr id="41" name="Google Shape;286;p24">
            <a:extLst>
              <a:ext uri="{FF2B5EF4-FFF2-40B4-BE49-F238E27FC236}">
                <a16:creationId xmlns:a16="http://schemas.microsoft.com/office/drawing/2014/main" id="{A7C56BD3-B621-3E0A-D119-8FB5C2950C8E}"/>
              </a:ext>
            </a:extLst>
          </p:cNvPr>
          <p:cNvPicPr preferRelativeResize="0"/>
          <p:nvPr/>
        </p:nvPicPr>
        <p:blipFill rotWithShape="1">
          <a:blip r:embed="rId34">
            <a:alphaModFix/>
          </a:blip>
          <a:srcRect/>
          <a:stretch/>
        </p:blipFill>
        <p:spPr>
          <a:xfrm>
            <a:off x="8396651" y="4802058"/>
            <a:ext cx="788634" cy="524442"/>
          </a:xfrm>
          <a:prstGeom prst="rect">
            <a:avLst/>
          </a:prstGeom>
          <a:noFill/>
          <a:ln>
            <a:noFill/>
          </a:ln>
        </p:spPr>
      </p:pic>
      <p:pic>
        <p:nvPicPr>
          <p:cNvPr id="42" name="Google Shape;287;p24" descr="Diagram&#10;&#10;Description automatically generated">
            <a:extLst>
              <a:ext uri="{FF2B5EF4-FFF2-40B4-BE49-F238E27FC236}">
                <a16:creationId xmlns:a16="http://schemas.microsoft.com/office/drawing/2014/main" id="{AA428451-C0E5-CCB2-CED1-E25E6AE5A072}"/>
              </a:ext>
            </a:extLst>
          </p:cNvPr>
          <p:cNvPicPr preferRelativeResize="0"/>
          <p:nvPr/>
        </p:nvPicPr>
        <p:blipFill rotWithShape="1">
          <a:blip r:embed="rId35">
            <a:alphaModFix/>
          </a:blip>
          <a:srcRect l="17000" t="18044" r="18446" b="17096"/>
          <a:stretch/>
        </p:blipFill>
        <p:spPr>
          <a:xfrm>
            <a:off x="4623175" y="4557153"/>
            <a:ext cx="1184622" cy="846644"/>
          </a:xfrm>
          <a:prstGeom prst="rect">
            <a:avLst/>
          </a:prstGeom>
          <a:noFill/>
          <a:ln>
            <a:noFill/>
          </a:ln>
        </p:spPr>
      </p:pic>
      <p:pic>
        <p:nvPicPr>
          <p:cNvPr id="54" name="Picture 16" descr="Malaysia Airlines Logo and symbol, meaning, history, PNG, brand">
            <a:extLst>
              <a:ext uri="{FF2B5EF4-FFF2-40B4-BE49-F238E27FC236}">
                <a16:creationId xmlns:a16="http://schemas.microsoft.com/office/drawing/2014/main" id="{96B98E73-BFE8-C83A-CFD1-B22F7BA6DB7E}"/>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9702935" y="4713305"/>
            <a:ext cx="1316712" cy="822707"/>
          </a:xfrm>
          <a:prstGeom prst="rect">
            <a:avLst/>
          </a:prstGeom>
          <a:noFill/>
          <a:extLst>
            <a:ext uri="{909E8E84-426E-40DD-AFC4-6F175D3DCCD1}">
              <a14:hiddenFill xmlns:a14="http://schemas.microsoft.com/office/drawing/2010/main">
                <a:solidFill>
                  <a:srgbClr val="FFFFFF"/>
                </a:solidFill>
              </a14:hiddenFill>
            </a:ext>
          </a:extLst>
        </p:spPr>
      </p:pic>
      <p:pic>
        <p:nvPicPr>
          <p:cNvPr id="8" name="Google Shape;307;p24" descr="Image result for PETRONAS"/>
          <p:cNvPicPr preferRelativeResize="0"/>
          <p:nvPr/>
        </p:nvPicPr>
        <p:blipFill rotWithShape="1">
          <a:blip r:embed="rId37">
            <a:alphaModFix/>
          </a:blip>
          <a:srcRect/>
          <a:stretch/>
        </p:blipFill>
        <p:spPr>
          <a:xfrm>
            <a:off x="3227133" y="4721569"/>
            <a:ext cx="636373" cy="765562"/>
          </a:xfrm>
          <a:prstGeom prst="rect">
            <a:avLst/>
          </a:prstGeom>
          <a:noFill/>
          <a:ln>
            <a:noFill/>
          </a:ln>
        </p:spPr>
      </p:pic>
      <p:pic>
        <p:nvPicPr>
          <p:cNvPr id="9" name="Google Shape;306;p24" descr="Sarawak Energy Berhad - Energy Company - 615 Photos | Facebook"/>
          <p:cNvPicPr preferRelativeResize="0"/>
          <p:nvPr/>
        </p:nvPicPr>
        <p:blipFill rotWithShape="1">
          <a:blip r:embed="rId38">
            <a:alphaModFix/>
          </a:blip>
          <a:srcRect/>
          <a:stretch/>
        </p:blipFill>
        <p:spPr>
          <a:xfrm>
            <a:off x="6333146" y="4864430"/>
            <a:ext cx="1102238" cy="529340"/>
          </a:xfrm>
          <a:prstGeom prst="rect">
            <a:avLst/>
          </a:prstGeom>
          <a:noFill/>
          <a:ln>
            <a:noFill/>
          </a:ln>
        </p:spPr>
      </p:pic>
      <p:pic>
        <p:nvPicPr>
          <p:cNvPr id="47" name="Google Shape;296;p24" descr="airasia standard baggage allowance cheap online">
            <a:extLst>
              <a:ext uri="{FF2B5EF4-FFF2-40B4-BE49-F238E27FC236}">
                <a16:creationId xmlns:a16="http://schemas.microsoft.com/office/drawing/2014/main" id="{9412860F-0EB0-A2EB-D67E-3D98C56776E3}"/>
              </a:ext>
            </a:extLst>
          </p:cNvPr>
          <p:cNvPicPr preferRelativeResize="0"/>
          <p:nvPr/>
        </p:nvPicPr>
        <p:blipFill rotWithShape="1">
          <a:blip r:embed="rId39">
            <a:alphaModFix/>
          </a:blip>
          <a:srcRect/>
          <a:stretch/>
        </p:blipFill>
        <p:spPr>
          <a:xfrm>
            <a:off x="2381313" y="5706877"/>
            <a:ext cx="1121385" cy="403539"/>
          </a:xfrm>
          <a:prstGeom prst="rect">
            <a:avLst/>
          </a:prstGeom>
          <a:noFill/>
          <a:ln>
            <a:noFill/>
          </a:ln>
        </p:spPr>
      </p:pic>
    </p:spTree>
    <p:extLst>
      <p:ext uri="{BB962C8B-B14F-4D97-AF65-F5344CB8AC3E}">
        <p14:creationId xmlns:p14="http://schemas.microsoft.com/office/powerpoint/2010/main" val="2905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4F1D5603-2954-8DC5-A447-08669AA2521D}"/>
            </a:ext>
          </a:extLst>
        </p:cNvPr>
        <p:cNvGrpSpPr/>
        <p:nvPr/>
      </p:nvGrpSpPr>
      <p:grpSpPr>
        <a:xfrm>
          <a:off x="0" y="0"/>
          <a:ext cx="0" cy="0"/>
          <a:chOff x="0" y="0"/>
          <a:chExt cx="0" cy="0"/>
        </a:xfrm>
      </p:grpSpPr>
      <p:sp>
        <p:nvSpPr>
          <p:cNvPr id="302" name="Google Shape;302;p24">
            <a:extLst>
              <a:ext uri="{FF2B5EF4-FFF2-40B4-BE49-F238E27FC236}">
                <a16:creationId xmlns:a16="http://schemas.microsoft.com/office/drawing/2014/main" id="{3F7B75DC-41EE-138B-56D1-0F64A6B7C7BD}"/>
              </a:ext>
            </a:extLst>
          </p:cNvPr>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rgbClr val="595959"/>
                </a:solidFill>
                <a:latin typeface="Calibri"/>
                <a:ea typeface="Calibri"/>
                <a:cs typeface="Calibri"/>
                <a:sym typeface="Calibri"/>
              </a:rPr>
              <a:t>Our </a:t>
            </a:r>
            <a:r>
              <a:rPr lang="en-US" sz="3800" b="1" i="0" u="none" strike="noStrike" cap="none">
                <a:solidFill>
                  <a:srgbClr val="FF0000"/>
                </a:solidFill>
                <a:latin typeface="Calibri"/>
                <a:ea typeface="Calibri"/>
                <a:cs typeface="Calibri"/>
                <a:sym typeface="Calibri"/>
              </a:rPr>
              <a:t>Clientele</a:t>
            </a:r>
            <a:endParaRPr sz="1800" b="1" i="0" u="none" strike="noStrike" cap="none">
              <a:solidFill>
                <a:srgbClr val="FF0000"/>
              </a:solidFill>
              <a:latin typeface="Calibri"/>
              <a:ea typeface="Calibri"/>
              <a:cs typeface="Calibri"/>
              <a:sym typeface="Calibri"/>
            </a:endParaRPr>
          </a:p>
        </p:txBody>
      </p:sp>
      <p:pic>
        <p:nvPicPr>
          <p:cNvPr id="303" name="Google Shape;303;p24" descr="A black background with a red line&#10;&#10;Description automatically generated with low confidence">
            <a:extLst>
              <a:ext uri="{FF2B5EF4-FFF2-40B4-BE49-F238E27FC236}">
                <a16:creationId xmlns:a16="http://schemas.microsoft.com/office/drawing/2014/main" id="{1DAA20C2-F3F8-A272-CEBC-107912332F96}"/>
              </a:ext>
            </a:extLst>
          </p:cNvPr>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pic>
        <p:nvPicPr>
          <p:cNvPr id="8" name="Picture 7" descr="A blue background with white text&#10;&#10;Description automatically generated">
            <a:extLst>
              <a:ext uri="{FF2B5EF4-FFF2-40B4-BE49-F238E27FC236}">
                <a16:creationId xmlns:a16="http://schemas.microsoft.com/office/drawing/2014/main" id="{4F646FD4-4000-E129-8480-D41AE88B50DE}"/>
              </a:ext>
            </a:extLst>
          </p:cNvPr>
          <p:cNvPicPr>
            <a:picLocks noChangeAspect="1"/>
          </p:cNvPicPr>
          <p:nvPr/>
        </p:nvPicPr>
        <p:blipFill>
          <a:blip r:embed="rId4"/>
          <a:stretch>
            <a:fillRect/>
          </a:stretch>
        </p:blipFill>
        <p:spPr>
          <a:xfrm>
            <a:off x="5542951" y="5551160"/>
            <a:ext cx="1057589" cy="409736"/>
          </a:xfrm>
          <a:prstGeom prst="rect">
            <a:avLst/>
          </a:prstGeom>
        </p:spPr>
      </p:pic>
      <p:pic>
        <p:nvPicPr>
          <p:cNvPr id="10" name="Picture 9" descr="A black and red rectangle with white text&#10;&#10;Description automatically generated">
            <a:extLst>
              <a:ext uri="{FF2B5EF4-FFF2-40B4-BE49-F238E27FC236}">
                <a16:creationId xmlns:a16="http://schemas.microsoft.com/office/drawing/2014/main" id="{94D734F7-2EB5-7315-B949-22CA959B39E3}"/>
              </a:ext>
            </a:extLst>
          </p:cNvPr>
          <p:cNvPicPr>
            <a:picLocks noChangeAspect="1"/>
          </p:cNvPicPr>
          <p:nvPr/>
        </p:nvPicPr>
        <p:blipFill rotWithShape="1">
          <a:blip r:embed="rId5"/>
          <a:srcRect t="30620" b="30447"/>
          <a:stretch/>
        </p:blipFill>
        <p:spPr>
          <a:xfrm>
            <a:off x="7422250" y="5566589"/>
            <a:ext cx="1052404" cy="409736"/>
          </a:xfrm>
          <a:prstGeom prst="rect">
            <a:avLst/>
          </a:prstGeom>
        </p:spPr>
      </p:pic>
      <p:pic>
        <p:nvPicPr>
          <p:cNvPr id="12" name="Picture 11" descr="A blue and orange logo&#10;&#10;Description automatically generated">
            <a:extLst>
              <a:ext uri="{FF2B5EF4-FFF2-40B4-BE49-F238E27FC236}">
                <a16:creationId xmlns:a16="http://schemas.microsoft.com/office/drawing/2014/main" id="{BA0F906D-5C8A-896B-7A2A-3621131116CE}"/>
              </a:ext>
            </a:extLst>
          </p:cNvPr>
          <p:cNvPicPr>
            <a:picLocks noChangeAspect="1"/>
          </p:cNvPicPr>
          <p:nvPr/>
        </p:nvPicPr>
        <p:blipFill>
          <a:blip r:embed="rId6"/>
          <a:stretch>
            <a:fillRect/>
          </a:stretch>
        </p:blipFill>
        <p:spPr>
          <a:xfrm>
            <a:off x="1220235" y="4676051"/>
            <a:ext cx="941142" cy="414103"/>
          </a:xfrm>
          <a:prstGeom prst="rect">
            <a:avLst/>
          </a:prstGeom>
        </p:spPr>
      </p:pic>
      <p:pic>
        <p:nvPicPr>
          <p:cNvPr id="14" name="Picture 13" descr="A black letter on a white background&#10;&#10;Description automatically generated">
            <a:extLst>
              <a:ext uri="{FF2B5EF4-FFF2-40B4-BE49-F238E27FC236}">
                <a16:creationId xmlns:a16="http://schemas.microsoft.com/office/drawing/2014/main" id="{D83FBC8C-F203-3E4A-F455-FF06AA79069D}"/>
              </a:ext>
            </a:extLst>
          </p:cNvPr>
          <p:cNvPicPr>
            <a:picLocks noChangeAspect="1"/>
          </p:cNvPicPr>
          <p:nvPr/>
        </p:nvPicPr>
        <p:blipFill>
          <a:blip r:embed="rId7"/>
          <a:stretch>
            <a:fillRect/>
          </a:stretch>
        </p:blipFill>
        <p:spPr>
          <a:xfrm>
            <a:off x="2849378" y="4719253"/>
            <a:ext cx="992315" cy="250017"/>
          </a:xfrm>
          <a:prstGeom prst="rect">
            <a:avLst/>
          </a:prstGeom>
        </p:spPr>
      </p:pic>
      <p:pic>
        <p:nvPicPr>
          <p:cNvPr id="18" name="Picture 17" descr="A logo on a black background&#10;&#10;Description automatically generated">
            <a:extLst>
              <a:ext uri="{FF2B5EF4-FFF2-40B4-BE49-F238E27FC236}">
                <a16:creationId xmlns:a16="http://schemas.microsoft.com/office/drawing/2014/main" id="{AD3FAF16-534D-0DFD-CF79-D63E3F31F2C6}"/>
              </a:ext>
            </a:extLst>
          </p:cNvPr>
          <p:cNvPicPr>
            <a:picLocks noChangeAspect="1"/>
          </p:cNvPicPr>
          <p:nvPr/>
        </p:nvPicPr>
        <p:blipFill rotWithShape="1">
          <a:blip r:embed="rId8"/>
          <a:srcRect b="24703"/>
          <a:stretch/>
        </p:blipFill>
        <p:spPr>
          <a:xfrm>
            <a:off x="6279130" y="4605342"/>
            <a:ext cx="992268" cy="448290"/>
          </a:xfrm>
          <a:prstGeom prst="rect">
            <a:avLst/>
          </a:prstGeom>
        </p:spPr>
      </p:pic>
      <p:pic>
        <p:nvPicPr>
          <p:cNvPr id="20" name="Picture 19" descr="Red letters on a white background&#10;&#10;Description automatically generated">
            <a:extLst>
              <a:ext uri="{FF2B5EF4-FFF2-40B4-BE49-F238E27FC236}">
                <a16:creationId xmlns:a16="http://schemas.microsoft.com/office/drawing/2014/main" id="{E0422E6A-CEEC-6B06-3BEB-F0D4357ADEA9}"/>
              </a:ext>
            </a:extLst>
          </p:cNvPr>
          <p:cNvPicPr>
            <a:picLocks noChangeAspect="1"/>
          </p:cNvPicPr>
          <p:nvPr/>
        </p:nvPicPr>
        <p:blipFill>
          <a:blip r:embed="rId9"/>
          <a:stretch>
            <a:fillRect/>
          </a:stretch>
        </p:blipFill>
        <p:spPr>
          <a:xfrm>
            <a:off x="7756669" y="4676532"/>
            <a:ext cx="1354216" cy="305910"/>
          </a:xfrm>
          <a:prstGeom prst="rect">
            <a:avLst/>
          </a:prstGeom>
        </p:spPr>
      </p:pic>
      <p:pic>
        <p:nvPicPr>
          <p:cNvPr id="22" name="Picture 21" descr="A yellow sign with black letters&#10;&#10;Description automatically generated">
            <a:extLst>
              <a:ext uri="{FF2B5EF4-FFF2-40B4-BE49-F238E27FC236}">
                <a16:creationId xmlns:a16="http://schemas.microsoft.com/office/drawing/2014/main" id="{DB8487CB-A571-2175-B76A-CE1750EA21C0}"/>
              </a:ext>
            </a:extLst>
          </p:cNvPr>
          <p:cNvPicPr>
            <a:picLocks noChangeAspect="1"/>
          </p:cNvPicPr>
          <p:nvPr/>
        </p:nvPicPr>
        <p:blipFill>
          <a:blip r:embed="rId10"/>
          <a:stretch>
            <a:fillRect/>
          </a:stretch>
        </p:blipFill>
        <p:spPr>
          <a:xfrm>
            <a:off x="9685505" y="4654241"/>
            <a:ext cx="1267314" cy="350492"/>
          </a:xfrm>
          <a:prstGeom prst="rect">
            <a:avLst/>
          </a:prstGeom>
        </p:spPr>
      </p:pic>
      <p:pic>
        <p:nvPicPr>
          <p:cNvPr id="28" name="Picture 27" descr="A black background with text&#10;&#10;Description automatically generated">
            <a:extLst>
              <a:ext uri="{FF2B5EF4-FFF2-40B4-BE49-F238E27FC236}">
                <a16:creationId xmlns:a16="http://schemas.microsoft.com/office/drawing/2014/main" id="{582898A3-356C-026D-D86C-A76FBB5F66BC}"/>
              </a:ext>
            </a:extLst>
          </p:cNvPr>
          <p:cNvPicPr>
            <a:picLocks noChangeAspect="1"/>
          </p:cNvPicPr>
          <p:nvPr/>
        </p:nvPicPr>
        <p:blipFill>
          <a:blip r:embed="rId11"/>
          <a:stretch>
            <a:fillRect/>
          </a:stretch>
        </p:blipFill>
        <p:spPr>
          <a:xfrm>
            <a:off x="1995223" y="5535880"/>
            <a:ext cx="1378677" cy="416632"/>
          </a:xfrm>
          <a:prstGeom prst="rect">
            <a:avLst/>
          </a:prstGeom>
        </p:spPr>
      </p:pic>
      <p:pic>
        <p:nvPicPr>
          <p:cNvPr id="30" name="Picture 29" descr="A grey and white logo&#10;&#10;Description automatically generated">
            <a:extLst>
              <a:ext uri="{FF2B5EF4-FFF2-40B4-BE49-F238E27FC236}">
                <a16:creationId xmlns:a16="http://schemas.microsoft.com/office/drawing/2014/main" id="{5DE242C9-8EE6-B1F8-02CA-A74215F59E7E}"/>
              </a:ext>
            </a:extLst>
          </p:cNvPr>
          <p:cNvPicPr>
            <a:picLocks noChangeAspect="1"/>
          </p:cNvPicPr>
          <p:nvPr/>
        </p:nvPicPr>
        <p:blipFill>
          <a:blip r:embed="rId12"/>
          <a:stretch>
            <a:fillRect/>
          </a:stretch>
        </p:blipFill>
        <p:spPr>
          <a:xfrm>
            <a:off x="3929044" y="5478865"/>
            <a:ext cx="1030316" cy="589530"/>
          </a:xfrm>
          <a:prstGeom prst="rect">
            <a:avLst/>
          </a:prstGeom>
        </p:spPr>
      </p:pic>
      <p:pic>
        <p:nvPicPr>
          <p:cNvPr id="32" name="Picture 31" descr="A blue logo with a heart and a ring&#10;&#10;Description automatically generated">
            <a:extLst>
              <a:ext uri="{FF2B5EF4-FFF2-40B4-BE49-F238E27FC236}">
                <a16:creationId xmlns:a16="http://schemas.microsoft.com/office/drawing/2014/main" id="{2FEE87D4-E0C0-D60B-C9F3-60B5A6BBE9AC}"/>
              </a:ext>
            </a:extLst>
          </p:cNvPr>
          <p:cNvPicPr>
            <a:picLocks noChangeAspect="1"/>
          </p:cNvPicPr>
          <p:nvPr/>
        </p:nvPicPr>
        <p:blipFill rotWithShape="1">
          <a:blip r:embed="rId13"/>
          <a:srcRect t="18686" b="18686"/>
          <a:stretch/>
        </p:blipFill>
        <p:spPr>
          <a:xfrm>
            <a:off x="4424298" y="4654241"/>
            <a:ext cx="1070124" cy="335103"/>
          </a:xfrm>
          <a:prstGeom prst="rect">
            <a:avLst/>
          </a:prstGeom>
        </p:spPr>
      </p:pic>
      <p:pic>
        <p:nvPicPr>
          <p:cNvPr id="36" name="Picture 35" descr="A blue circle with a black background&#10;&#10;Description automatically generated">
            <a:extLst>
              <a:ext uri="{FF2B5EF4-FFF2-40B4-BE49-F238E27FC236}">
                <a16:creationId xmlns:a16="http://schemas.microsoft.com/office/drawing/2014/main" id="{5A97110D-9FCC-CBA8-D552-2B54D3711016}"/>
              </a:ext>
            </a:extLst>
          </p:cNvPr>
          <p:cNvPicPr>
            <a:picLocks noChangeAspect="1"/>
          </p:cNvPicPr>
          <p:nvPr/>
        </p:nvPicPr>
        <p:blipFill>
          <a:blip r:embed="rId14"/>
          <a:stretch>
            <a:fillRect/>
          </a:stretch>
        </p:blipFill>
        <p:spPr>
          <a:xfrm>
            <a:off x="1190012" y="3002141"/>
            <a:ext cx="1068856" cy="249256"/>
          </a:xfrm>
          <a:prstGeom prst="rect">
            <a:avLst/>
          </a:prstGeom>
        </p:spPr>
      </p:pic>
      <p:pic>
        <p:nvPicPr>
          <p:cNvPr id="38" name="Picture 37" descr="A blue and black logo&#10;&#10;Description automatically generated">
            <a:extLst>
              <a:ext uri="{FF2B5EF4-FFF2-40B4-BE49-F238E27FC236}">
                <a16:creationId xmlns:a16="http://schemas.microsoft.com/office/drawing/2014/main" id="{AAE76A36-B472-A0BC-B01C-273D0E8B3210}"/>
              </a:ext>
            </a:extLst>
          </p:cNvPr>
          <p:cNvPicPr>
            <a:picLocks noChangeAspect="1"/>
          </p:cNvPicPr>
          <p:nvPr/>
        </p:nvPicPr>
        <p:blipFill>
          <a:blip r:embed="rId15"/>
          <a:stretch>
            <a:fillRect/>
          </a:stretch>
        </p:blipFill>
        <p:spPr>
          <a:xfrm>
            <a:off x="2849378" y="2811244"/>
            <a:ext cx="992268" cy="620166"/>
          </a:xfrm>
          <a:prstGeom prst="rect">
            <a:avLst/>
          </a:prstGeom>
        </p:spPr>
      </p:pic>
      <p:pic>
        <p:nvPicPr>
          <p:cNvPr id="40" name="Picture 39" descr="A red and yellow logo&#10;&#10;Description automatically generated">
            <a:extLst>
              <a:ext uri="{FF2B5EF4-FFF2-40B4-BE49-F238E27FC236}">
                <a16:creationId xmlns:a16="http://schemas.microsoft.com/office/drawing/2014/main" id="{AEBB89E9-1657-81F6-D949-D1F861EC2B6E}"/>
              </a:ext>
            </a:extLst>
          </p:cNvPr>
          <p:cNvPicPr>
            <a:picLocks noChangeAspect="1"/>
          </p:cNvPicPr>
          <p:nvPr/>
        </p:nvPicPr>
        <p:blipFill>
          <a:blip r:embed="rId16"/>
          <a:stretch>
            <a:fillRect/>
          </a:stretch>
        </p:blipFill>
        <p:spPr>
          <a:xfrm>
            <a:off x="9110885" y="5361856"/>
            <a:ext cx="819204" cy="819202"/>
          </a:xfrm>
          <a:prstGeom prst="rect">
            <a:avLst/>
          </a:prstGeom>
        </p:spPr>
      </p:pic>
      <p:pic>
        <p:nvPicPr>
          <p:cNvPr id="43" name="Google Shape;291;p24" descr="Meralco - Wikipedia">
            <a:extLst>
              <a:ext uri="{FF2B5EF4-FFF2-40B4-BE49-F238E27FC236}">
                <a16:creationId xmlns:a16="http://schemas.microsoft.com/office/drawing/2014/main" id="{F5533FDB-9694-684A-A4C7-7AF69240F1EC}"/>
              </a:ext>
            </a:extLst>
          </p:cNvPr>
          <p:cNvPicPr preferRelativeResize="0"/>
          <p:nvPr/>
        </p:nvPicPr>
        <p:blipFill rotWithShape="1">
          <a:blip r:embed="rId17">
            <a:alphaModFix/>
          </a:blip>
          <a:srcRect/>
          <a:stretch/>
        </p:blipFill>
        <p:spPr>
          <a:xfrm>
            <a:off x="4599352" y="2826763"/>
            <a:ext cx="720016" cy="600013"/>
          </a:xfrm>
          <a:prstGeom prst="rect">
            <a:avLst/>
          </a:prstGeom>
          <a:noFill/>
          <a:ln>
            <a:noFill/>
          </a:ln>
        </p:spPr>
      </p:pic>
      <p:pic>
        <p:nvPicPr>
          <p:cNvPr id="44" name="Google Shape;292;p24" descr="Logo, company name&#10;&#10;Description automatically generated">
            <a:extLst>
              <a:ext uri="{FF2B5EF4-FFF2-40B4-BE49-F238E27FC236}">
                <a16:creationId xmlns:a16="http://schemas.microsoft.com/office/drawing/2014/main" id="{009C85E0-1149-432A-25FF-A241C399FC7E}"/>
              </a:ext>
            </a:extLst>
          </p:cNvPr>
          <p:cNvPicPr preferRelativeResize="0"/>
          <p:nvPr/>
        </p:nvPicPr>
        <p:blipFill rotWithShape="1">
          <a:blip r:embed="rId18">
            <a:alphaModFix/>
          </a:blip>
          <a:srcRect/>
          <a:stretch/>
        </p:blipFill>
        <p:spPr>
          <a:xfrm>
            <a:off x="6160597" y="1914033"/>
            <a:ext cx="1229334" cy="682964"/>
          </a:xfrm>
          <a:prstGeom prst="rect">
            <a:avLst/>
          </a:prstGeom>
          <a:noFill/>
          <a:ln>
            <a:noFill/>
          </a:ln>
        </p:spPr>
      </p:pic>
      <p:pic>
        <p:nvPicPr>
          <p:cNvPr id="45" name="Google Shape;294;p24" descr="A picture containing text, wheel, clipart, gear&#10;&#10;Description automatically generated">
            <a:extLst>
              <a:ext uri="{FF2B5EF4-FFF2-40B4-BE49-F238E27FC236}">
                <a16:creationId xmlns:a16="http://schemas.microsoft.com/office/drawing/2014/main" id="{76828ED0-52D8-4EEB-7AB7-47C29098D145}"/>
              </a:ext>
            </a:extLst>
          </p:cNvPr>
          <p:cNvPicPr preferRelativeResize="0"/>
          <p:nvPr/>
        </p:nvPicPr>
        <p:blipFill rotWithShape="1">
          <a:blip r:embed="rId19">
            <a:alphaModFix/>
          </a:blip>
          <a:srcRect/>
          <a:stretch/>
        </p:blipFill>
        <p:spPr>
          <a:xfrm>
            <a:off x="7948452" y="3880162"/>
            <a:ext cx="970651" cy="237426"/>
          </a:xfrm>
          <a:prstGeom prst="rect">
            <a:avLst/>
          </a:prstGeom>
          <a:noFill/>
          <a:ln>
            <a:noFill/>
          </a:ln>
        </p:spPr>
      </p:pic>
      <p:pic>
        <p:nvPicPr>
          <p:cNvPr id="46" name="Google Shape;295;p24" descr="Logo&#10;&#10;Description automatically generated">
            <a:extLst>
              <a:ext uri="{FF2B5EF4-FFF2-40B4-BE49-F238E27FC236}">
                <a16:creationId xmlns:a16="http://schemas.microsoft.com/office/drawing/2014/main" id="{3D652DA4-CD33-50CC-A808-6BFC6FB22429}"/>
              </a:ext>
            </a:extLst>
          </p:cNvPr>
          <p:cNvPicPr preferRelativeResize="0"/>
          <p:nvPr/>
        </p:nvPicPr>
        <p:blipFill rotWithShape="1">
          <a:blip r:embed="rId20">
            <a:alphaModFix/>
          </a:blip>
          <a:srcRect/>
          <a:stretch/>
        </p:blipFill>
        <p:spPr>
          <a:xfrm>
            <a:off x="9980095" y="1961819"/>
            <a:ext cx="678134" cy="587393"/>
          </a:xfrm>
          <a:prstGeom prst="rect">
            <a:avLst/>
          </a:prstGeom>
          <a:noFill/>
          <a:ln>
            <a:noFill/>
          </a:ln>
        </p:spPr>
      </p:pic>
      <p:pic>
        <p:nvPicPr>
          <p:cNvPr id="48" name="Google Shape;297;p24">
            <a:extLst>
              <a:ext uri="{FF2B5EF4-FFF2-40B4-BE49-F238E27FC236}">
                <a16:creationId xmlns:a16="http://schemas.microsoft.com/office/drawing/2014/main" id="{BD65F827-FD46-9C29-FE19-735373FC3681}"/>
              </a:ext>
            </a:extLst>
          </p:cNvPr>
          <p:cNvPicPr preferRelativeResize="0"/>
          <p:nvPr/>
        </p:nvPicPr>
        <p:blipFill rotWithShape="1">
          <a:blip r:embed="rId21">
            <a:alphaModFix/>
          </a:blip>
          <a:srcRect/>
          <a:stretch/>
        </p:blipFill>
        <p:spPr>
          <a:xfrm>
            <a:off x="6455506" y="3679117"/>
            <a:ext cx="639517" cy="639517"/>
          </a:xfrm>
          <a:prstGeom prst="rect">
            <a:avLst/>
          </a:prstGeom>
          <a:noFill/>
          <a:ln>
            <a:noFill/>
          </a:ln>
        </p:spPr>
      </p:pic>
      <p:pic>
        <p:nvPicPr>
          <p:cNvPr id="49" name="Google Shape;298;p24" descr="F&amp;N Logo Vector (.EPS) Free Download">
            <a:extLst>
              <a:ext uri="{FF2B5EF4-FFF2-40B4-BE49-F238E27FC236}">
                <a16:creationId xmlns:a16="http://schemas.microsoft.com/office/drawing/2014/main" id="{62885728-5F2B-2CD4-7229-B3C2F5708A08}"/>
              </a:ext>
            </a:extLst>
          </p:cNvPr>
          <p:cNvPicPr preferRelativeResize="0"/>
          <p:nvPr/>
        </p:nvPicPr>
        <p:blipFill rotWithShape="1">
          <a:blip r:embed="rId22">
            <a:alphaModFix/>
          </a:blip>
          <a:srcRect/>
          <a:stretch/>
        </p:blipFill>
        <p:spPr>
          <a:xfrm>
            <a:off x="8054741" y="2062207"/>
            <a:ext cx="758072" cy="386617"/>
          </a:xfrm>
          <a:prstGeom prst="rect">
            <a:avLst/>
          </a:prstGeom>
          <a:noFill/>
          <a:ln>
            <a:noFill/>
          </a:ln>
        </p:spPr>
      </p:pic>
      <p:pic>
        <p:nvPicPr>
          <p:cNvPr id="50" name="Google Shape;299;p24" descr="Charoen Pokphand - Wikipedia">
            <a:extLst>
              <a:ext uri="{FF2B5EF4-FFF2-40B4-BE49-F238E27FC236}">
                <a16:creationId xmlns:a16="http://schemas.microsoft.com/office/drawing/2014/main" id="{45A9E2DD-CAB5-0EAF-707E-9ACCCDA12709}"/>
              </a:ext>
            </a:extLst>
          </p:cNvPr>
          <p:cNvPicPr preferRelativeResize="0"/>
          <p:nvPr/>
        </p:nvPicPr>
        <p:blipFill rotWithShape="1">
          <a:blip r:embed="rId23">
            <a:alphaModFix/>
          </a:blip>
          <a:srcRect/>
          <a:stretch/>
        </p:blipFill>
        <p:spPr>
          <a:xfrm>
            <a:off x="10072605" y="3700899"/>
            <a:ext cx="493113" cy="600012"/>
          </a:xfrm>
          <a:prstGeom prst="rect">
            <a:avLst/>
          </a:prstGeom>
          <a:noFill/>
          <a:ln>
            <a:noFill/>
          </a:ln>
        </p:spPr>
      </p:pic>
      <p:pic>
        <p:nvPicPr>
          <p:cNvPr id="51" name="Google Shape;300;p24" descr="Image result for gamuda">
            <a:extLst>
              <a:ext uri="{FF2B5EF4-FFF2-40B4-BE49-F238E27FC236}">
                <a16:creationId xmlns:a16="http://schemas.microsoft.com/office/drawing/2014/main" id="{DFFBA60D-E371-CB0D-849C-2CB8D4C05A30}"/>
              </a:ext>
            </a:extLst>
          </p:cNvPr>
          <p:cNvPicPr preferRelativeResize="0"/>
          <p:nvPr/>
        </p:nvPicPr>
        <p:blipFill rotWithShape="1">
          <a:blip r:embed="rId24">
            <a:alphaModFix/>
          </a:blip>
          <a:srcRect t="24614" b="16838"/>
          <a:stretch/>
        </p:blipFill>
        <p:spPr>
          <a:xfrm>
            <a:off x="4450404" y="3700899"/>
            <a:ext cx="1017912" cy="595953"/>
          </a:xfrm>
          <a:prstGeom prst="rect">
            <a:avLst/>
          </a:prstGeom>
          <a:noFill/>
          <a:ln>
            <a:noFill/>
          </a:ln>
        </p:spPr>
      </p:pic>
      <p:pic>
        <p:nvPicPr>
          <p:cNvPr id="52" name="Google Shape;301;p24">
            <a:extLst>
              <a:ext uri="{FF2B5EF4-FFF2-40B4-BE49-F238E27FC236}">
                <a16:creationId xmlns:a16="http://schemas.microsoft.com/office/drawing/2014/main" id="{6F17DBB5-80CD-42C0-8DE4-4F4BFE0C2C3D}"/>
              </a:ext>
            </a:extLst>
          </p:cNvPr>
          <p:cNvPicPr preferRelativeResize="0"/>
          <p:nvPr/>
        </p:nvPicPr>
        <p:blipFill rotWithShape="1">
          <a:blip r:embed="rId25">
            <a:alphaModFix/>
          </a:blip>
          <a:srcRect/>
          <a:stretch/>
        </p:blipFill>
        <p:spPr>
          <a:xfrm>
            <a:off x="6315204" y="2968049"/>
            <a:ext cx="920120" cy="317441"/>
          </a:xfrm>
          <a:prstGeom prst="rect">
            <a:avLst/>
          </a:prstGeom>
          <a:noFill/>
          <a:ln>
            <a:noFill/>
          </a:ln>
        </p:spPr>
      </p:pic>
      <p:pic>
        <p:nvPicPr>
          <p:cNvPr id="53" name="Google Shape;312;p24">
            <a:extLst>
              <a:ext uri="{FF2B5EF4-FFF2-40B4-BE49-F238E27FC236}">
                <a16:creationId xmlns:a16="http://schemas.microsoft.com/office/drawing/2014/main" id="{E146EE03-9062-C306-01FC-211F52BF750D}"/>
              </a:ext>
            </a:extLst>
          </p:cNvPr>
          <p:cNvPicPr preferRelativeResize="0"/>
          <p:nvPr/>
        </p:nvPicPr>
        <p:blipFill rotWithShape="1">
          <a:blip r:embed="rId26">
            <a:alphaModFix/>
          </a:blip>
          <a:srcRect/>
          <a:stretch/>
        </p:blipFill>
        <p:spPr>
          <a:xfrm>
            <a:off x="1060421" y="3760161"/>
            <a:ext cx="1323768" cy="407126"/>
          </a:xfrm>
          <a:prstGeom prst="rect">
            <a:avLst/>
          </a:prstGeom>
          <a:noFill/>
          <a:ln>
            <a:noFill/>
          </a:ln>
        </p:spPr>
      </p:pic>
      <p:pic>
        <p:nvPicPr>
          <p:cNvPr id="283" name="Google Shape;283;p24"/>
          <p:cNvPicPr preferRelativeResize="0"/>
          <p:nvPr/>
        </p:nvPicPr>
        <p:blipFill rotWithShape="1">
          <a:blip r:embed="rId27">
            <a:alphaModFix/>
          </a:blip>
          <a:srcRect l="39378" r="52537"/>
          <a:stretch/>
        </p:blipFill>
        <p:spPr>
          <a:xfrm>
            <a:off x="3009464" y="1902337"/>
            <a:ext cx="672096" cy="697092"/>
          </a:xfrm>
          <a:prstGeom prst="rect">
            <a:avLst/>
          </a:prstGeom>
          <a:noFill/>
          <a:ln>
            <a:noFill/>
          </a:ln>
        </p:spPr>
      </p:pic>
      <p:pic>
        <p:nvPicPr>
          <p:cNvPr id="16386" name="Picture 2" descr="Perodua Logo and symbol, meaning, history, PNG, brand">
            <a:extLst>
              <a:ext uri="{FF2B5EF4-FFF2-40B4-BE49-F238E27FC236}">
                <a16:creationId xmlns:a16="http://schemas.microsoft.com/office/drawing/2014/main" id="{D55871DF-825C-87AA-3F39-D563AEDF46B9}"/>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328241" y="1989080"/>
            <a:ext cx="792398" cy="53287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A close up of a logo&#10;&#10;Description automatically generated">
            <a:extLst>
              <a:ext uri="{FF2B5EF4-FFF2-40B4-BE49-F238E27FC236}">
                <a16:creationId xmlns:a16="http://schemas.microsoft.com/office/drawing/2014/main" id="{DD933842-2075-29AC-AD09-38DDB49CC14D}"/>
              </a:ext>
            </a:extLst>
          </p:cNvPr>
          <p:cNvPicPr>
            <a:picLocks noChangeAspect="1"/>
          </p:cNvPicPr>
          <p:nvPr/>
        </p:nvPicPr>
        <p:blipFill>
          <a:blip r:embed="rId29"/>
          <a:stretch>
            <a:fillRect/>
          </a:stretch>
        </p:blipFill>
        <p:spPr>
          <a:xfrm>
            <a:off x="4623312" y="1983106"/>
            <a:ext cx="672096" cy="544818"/>
          </a:xfrm>
          <a:prstGeom prst="rect">
            <a:avLst/>
          </a:prstGeom>
        </p:spPr>
      </p:pic>
      <p:pic>
        <p:nvPicPr>
          <p:cNvPr id="277" name="Google Shape;277;p24" descr="EPSON logo | Logok"/>
          <p:cNvPicPr preferRelativeResize="0"/>
          <p:nvPr/>
        </p:nvPicPr>
        <p:blipFill rotWithShape="1">
          <a:blip r:embed="rId30">
            <a:alphaModFix/>
          </a:blip>
          <a:srcRect/>
          <a:stretch/>
        </p:blipFill>
        <p:spPr>
          <a:xfrm>
            <a:off x="8018893" y="2999002"/>
            <a:ext cx="829768" cy="255534"/>
          </a:xfrm>
          <a:prstGeom prst="rect">
            <a:avLst/>
          </a:prstGeom>
          <a:noFill/>
          <a:ln>
            <a:noFill/>
          </a:ln>
        </p:spPr>
      </p:pic>
      <p:pic>
        <p:nvPicPr>
          <p:cNvPr id="270" name="Google Shape;270;p24"/>
          <p:cNvPicPr preferRelativeResize="0"/>
          <p:nvPr/>
        </p:nvPicPr>
        <p:blipFill rotWithShape="1">
          <a:blip r:embed="rId31">
            <a:alphaModFix/>
          </a:blip>
          <a:srcRect/>
          <a:stretch/>
        </p:blipFill>
        <p:spPr>
          <a:xfrm>
            <a:off x="9786322" y="3042680"/>
            <a:ext cx="1065681" cy="168178"/>
          </a:xfrm>
          <a:prstGeom prst="rect">
            <a:avLst/>
          </a:prstGeom>
          <a:noFill/>
          <a:ln>
            <a:noFill/>
          </a:ln>
        </p:spPr>
      </p:pic>
      <p:pic>
        <p:nvPicPr>
          <p:cNvPr id="16402" name="Picture 18" descr="QSR Brands – ASEAN's Leading Food-Technology Company">
            <a:extLst>
              <a:ext uri="{FF2B5EF4-FFF2-40B4-BE49-F238E27FC236}">
                <a16:creationId xmlns:a16="http://schemas.microsoft.com/office/drawing/2014/main" id="{9D04234D-0F60-A295-96D9-6BC47223397E}"/>
              </a:ext>
            </a:extLst>
          </p:cNvPr>
          <p:cNvPicPr>
            <a:picLocks noChangeAspect="1" noChangeArrowheads="1"/>
          </p:cNvPicPr>
          <p:nvPr/>
        </p:nvPicPr>
        <p:blipFill rotWithShape="1">
          <a:blip r:embed="rId32">
            <a:extLst>
              <a:ext uri="{28A0092B-C50C-407E-A947-70E740481C1C}">
                <a14:useLocalDpi xmlns:a14="http://schemas.microsoft.com/office/drawing/2010/main" val="0"/>
              </a:ext>
            </a:extLst>
          </a:blip>
          <a:srcRect l="25009" t="15269" r="24725" b="39371"/>
          <a:stretch/>
        </p:blipFill>
        <p:spPr bwMode="auto">
          <a:xfrm>
            <a:off x="2985003" y="3673553"/>
            <a:ext cx="721019" cy="650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3708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5"/>
          <p:cNvSpPr txBox="1"/>
          <p:nvPr/>
        </p:nvSpPr>
        <p:spPr>
          <a:xfrm>
            <a:off x="0" y="409479"/>
            <a:ext cx="12192000" cy="2007609"/>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rgbClr val="595959"/>
                </a:solidFill>
                <a:latin typeface="Calibri"/>
                <a:ea typeface="Calibri"/>
                <a:cs typeface="Calibri"/>
                <a:sym typeface="Calibri"/>
              </a:rPr>
              <a:t>Our </a:t>
            </a:r>
            <a:r>
              <a:rPr lang="en-US" sz="3800" b="1" i="0" u="none" strike="noStrike" cap="none">
                <a:solidFill>
                  <a:srgbClr val="FF0000"/>
                </a:solidFill>
                <a:latin typeface="Calibri"/>
                <a:ea typeface="Calibri"/>
                <a:cs typeface="Calibri"/>
                <a:sym typeface="Calibri"/>
              </a:rPr>
              <a:t>Clientele</a:t>
            </a:r>
            <a:endParaRPr sz="1800" b="1" i="0" u="none" strike="noStrike" cap="none">
              <a:solidFill>
                <a:srgbClr val="FF0000"/>
              </a:solidFill>
              <a:latin typeface="Calibri"/>
              <a:ea typeface="Calibri"/>
              <a:cs typeface="Calibri"/>
              <a:sym typeface="Calibri"/>
            </a:endParaRPr>
          </a:p>
        </p:txBody>
      </p:sp>
      <p:pic>
        <p:nvPicPr>
          <p:cNvPr id="320" name="Google Shape;320;p25"/>
          <p:cNvPicPr preferRelativeResize="0"/>
          <p:nvPr/>
        </p:nvPicPr>
        <p:blipFill rotWithShape="1">
          <a:blip r:embed="rId3">
            <a:alphaModFix/>
          </a:blip>
          <a:srcRect/>
          <a:stretch/>
        </p:blipFill>
        <p:spPr>
          <a:xfrm>
            <a:off x="9791690" y="3307762"/>
            <a:ext cx="818743" cy="818741"/>
          </a:xfrm>
          <a:prstGeom prst="rect">
            <a:avLst/>
          </a:prstGeom>
          <a:noFill/>
          <a:ln>
            <a:noFill/>
          </a:ln>
        </p:spPr>
      </p:pic>
      <p:pic>
        <p:nvPicPr>
          <p:cNvPr id="321" name="Google Shape;321;p25"/>
          <p:cNvPicPr preferRelativeResize="0"/>
          <p:nvPr/>
        </p:nvPicPr>
        <p:blipFill rotWithShape="1">
          <a:blip r:embed="rId4">
            <a:alphaModFix/>
          </a:blip>
          <a:srcRect/>
          <a:stretch/>
        </p:blipFill>
        <p:spPr>
          <a:xfrm>
            <a:off x="3721084" y="1544003"/>
            <a:ext cx="2127318" cy="1322946"/>
          </a:xfrm>
          <a:prstGeom prst="rect">
            <a:avLst/>
          </a:prstGeom>
          <a:noFill/>
          <a:ln>
            <a:noFill/>
          </a:ln>
        </p:spPr>
      </p:pic>
      <p:pic>
        <p:nvPicPr>
          <p:cNvPr id="322" name="Google Shape;322;p25" descr="A picture containing clipart&#10;&#10;Description automatically generated"/>
          <p:cNvPicPr preferRelativeResize="0"/>
          <p:nvPr/>
        </p:nvPicPr>
        <p:blipFill rotWithShape="1">
          <a:blip r:embed="rId5">
            <a:alphaModFix/>
          </a:blip>
          <a:srcRect/>
          <a:stretch/>
        </p:blipFill>
        <p:spPr>
          <a:xfrm>
            <a:off x="5364803" y="4438623"/>
            <a:ext cx="1158668" cy="1546882"/>
          </a:xfrm>
          <a:prstGeom prst="rect">
            <a:avLst/>
          </a:prstGeom>
          <a:noFill/>
          <a:ln>
            <a:noFill/>
          </a:ln>
        </p:spPr>
      </p:pic>
      <p:pic>
        <p:nvPicPr>
          <p:cNvPr id="323" name="Google Shape;323;p25" descr="A picture containing text, clipart&#10;&#10;Description automatically generated"/>
          <p:cNvPicPr preferRelativeResize="0"/>
          <p:nvPr/>
        </p:nvPicPr>
        <p:blipFill rotWithShape="1">
          <a:blip r:embed="rId6">
            <a:alphaModFix/>
          </a:blip>
          <a:srcRect/>
          <a:stretch/>
        </p:blipFill>
        <p:spPr>
          <a:xfrm>
            <a:off x="6955440" y="3307762"/>
            <a:ext cx="1363399" cy="940000"/>
          </a:xfrm>
          <a:prstGeom prst="rect">
            <a:avLst/>
          </a:prstGeom>
          <a:noFill/>
          <a:ln>
            <a:noFill/>
          </a:ln>
        </p:spPr>
      </p:pic>
      <p:pic>
        <p:nvPicPr>
          <p:cNvPr id="324" name="Google Shape;324;p25" descr="Logo, company name&#10;&#10;Description automatically generated"/>
          <p:cNvPicPr preferRelativeResize="0"/>
          <p:nvPr/>
        </p:nvPicPr>
        <p:blipFill rotWithShape="1">
          <a:blip r:embed="rId7">
            <a:alphaModFix/>
          </a:blip>
          <a:srcRect t="24500" b="29182"/>
          <a:stretch/>
        </p:blipFill>
        <p:spPr>
          <a:xfrm>
            <a:off x="1050488" y="1627889"/>
            <a:ext cx="2019457" cy="1042817"/>
          </a:xfrm>
          <a:prstGeom prst="rect">
            <a:avLst/>
          </a:prstGeom>
          <a:noFill/>
          <a:ln>
            <a:noFill/>
          </a:ln>
        </p:spPr>
      </p:pic>
      <p:sp>
        <p:nvSpPr>
          <p:cNvPr id="325" name="Google Shape;325;p25"/>
          <p:cNvSpPr txBox="1"/>
          <p:nvPr/>
        </p:nvSpPr>
        <p:spPr>
          <a:xfrm>
            <a:off x="9708973" y="6488668"/>
            <a:ext cx="1857816"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1" u="none" strike="noStrike" cap="none">
                <a:solidFill>
                  <a:srgbClr val="7F7F7F"/>
                </a:solidFill>
                <a:latin typeface="Calibri"/>
                <a:ea typeface="Calibri"/>
                <a:cs typeface="Calibri"/>
                <a:sym typeface="Calibri"/>
              </a:rPr>
              <a:t>and many more…</a:t>
            </a:r>
            <a:endParaRPr sz="1400" b="0" i="0" u="none" strike="noStrike" cap="none">
              <a:solidFill>
                <a:srgbClr val="000000"/>
              </a:solidFill>
              <a:latin typeface="Arial"/>
              <a:ea typeface="Arial"/>
              <a:cs typeface="Arial"/>
              <a:sym typeface="Arial"/>
            </a:endParaRPr>
          </a:p>
        </p:txBody>
      </p:sp>
      <p:pic>
        <p:nvPicPr>
          <p:cNvPr id="326" name="Google Shape;326;p25" descr="Logo&#10;&#10;Description automatically generated"/>
          <p:cNvPicPr preferRelativeResize="0"/>
          <p:nvPr/>
        </p:nvPicPr>
        <p:blipFill rotWithShape="1">
          <a:blip r:embed="rId8">
            <a:alphaModFix/>
          </a:blip>
          <a:srcRect t="12202" b="16469"/>
          <a:stretch/>
        </p:blipFill>
        <p:spPr>
          <a:xfrm>
            <a:off x="6499541" y="1418459"/>
            <a:ext cx="2286644" cy="1631026"/>
          </a:xfrm>
          <a:prstGeom prst="rect">
            <a:avLst/>
          </a:prstGeom>
          <a:noFill/>
          <a:ln>
            <a:noFill/>
          </a:ln>
        </p:spPr>
      </p:pic>
      <p:pic>
        <p:nvPicPr>
          <p:cNvPr id="327" name="Google Shape;327;p25" descr="A black background with a red line&#10;&#10;Description automatically generated with low confidence"/>
          <p:cNvPicPr preferRelativeResize="0"/>
          <p:nvPr/>
        </p:nvPicPr>
        <p:blipFill rotWithShape="1">
          <a:blip r:embed="rId9">
            <a:alphaModFix/>
          </a:blip>
          <a:srcRect l="28820" t="48393" r="30588" b="49874"/>
          <a:stretch/>
        </p:blipFill>
        <p:spPr>
          <a:xfrm>
            <a:off x="4235220" y="1154542"/>
            <a:ext cx="3365101" cy="98983"/>
          </a:xfrm>
          <a:prstGeom prst="rect">
            <a:avLst/>
          </a:prstGeom>
          <a:noFill/>
          <a:ln>
            <a:noFill/>
          </a:ln>
        </p:spPr>
      </p:pic>
      <p:pic>
        <p:nvPicPr>
          <p:cNvPr id="328" name="Google Shape;328;p25"/>
          <p:cNvPicPr preferRelativeResize="0"/>
          <p:nvPr/>
        </p:nvPicPr>
        <p:blipFill rotWithShape="1">
          <a:blip r:embed="rId10">
            <a:alphaModFix/>
          </a:blip>
          <a:srcRect/>
          <a:stretch/>
        </p:blipFill>
        <p:spPr>
          <a:xfrm>
            <a:off x="4286933" y="3144315"/>
            <a:ext cx="949629" cy="1042817"/>
          </a:xfrm>
          <a:prstGeom prst="rect">
            <a:avLst/>
          </a:prstGeom>
          <a:noFill/>
          <a:ln>
            <a:noFill/>
          </a:ln>
        </p:spPr>
      </p:pic>
      <p:pic>
        <p:nvPicPr>
          <p:cNvPr id="329" name="Google Shape;329;p25"/>
          <p:cNvPicPr preferRelativeResize="0"/>
          <p:nvPr/>
        </p:nvPicPr>
        <p:blipFill rotWithShape="1">
          <a:blip r:embed="rId11">
            <a:alphaModFix/>
          </a:blip>
          <a:srcRect/>
          <a:stretch/>
        </p:blipFill>
        <p:spPr>
          <a:xfrm>
            <a:off x="1431855" y="3070864"/>
            <a:ext cx="1256723" cy="1292537"/>
          </a:xfrm>
          <a:prstGeom prst="rect">
            <a:avLst/>
          </a:prstGeom>
          <a:noFill/>
          <a:ln>
            <a:noFill/>
          </a:ln>
        </p:spPr>
      </p:pic>
      <p:pic>
        <p:nvPicPr>
          <p:cNvPr id="330" name="Google Shape;330;p25"/>
          <p:cNvPicPr preferRelativeResize="0"/>
          <p:nvPr/>
        </p:nvPicPr>
        <p:blipFill rotWithShape="1">
          <a:blip r:embed="rId12">
            <a:alphaModFix/>
          </a:blip>
          <a:srcRect/>
          <a:stretch/>
        </p:blipFill>
        <p:spPr>
          <a:xfrm>
            <a:off x="10321846" y="4664705"/>
            <a:ext cx="1320800" cy="1320800"/>
          </a:xfrm>
          <a:prstGeom prst="rect">
            <a:avLst/>
          </a:prstGeom>
          <a:noFill/>
          <a:ln>
            <a:noFill/>
          </a:ln>
        </p:spPr>
      </p:pic>
      <p:pic>
        <p:nvPicPr>
          <p:cNvPr id="331" name="Google Shape;331;p25" descr="KPKT (@kpkt_gov) | Twitter"/>
          <p:cNvPicPr preferRelativeResize="0"/>
          <p:nvPr/>
        </p:nvPicPr>
        <p:blipFill rotWithShape="1">
          <a:blip r:embed="rId13">
            <a:alphaModFix/>
          </a:blip>
          <a:srcRect/>
          <a:stretch/>
        </p:blipFill>
        <p:spPr>
          <a:xfrm>
            <a:off x="3098769" y="4655550"/>
            <a:ext cx="1339111" cy="1339111"/>
          </a:xfrm>
          <a:prstGeom prst="rect">
            <a:avLst/>
          </a:prstGeom>
          <a:noFill/>
          <a:ln>
            <a:noFill/>
          </a:ln>
        </p:spPr>
      </p:pic>
      <p:pic>
        <p:nvPicPr>
          <p:cNvPr id="332" name="Google Shape;332;p25" descr="Forms and Guides from Department of Social Welfare and Development (DSWD)  Philippines"/>
          <p:cNvPicPr preferRelativeResize="0"/>
          <p:nvPr/>
        </p:nvPicPr>
        <p:blipFill rotWithShape="1">
          <a:blip r:embed="rId14">
            <a:alphaModFix/>
          </a:blip>
          <a:srcRect/>
          <a:stretch/>
        </p:blipFill>
        <p:spPr>
          <a:xfrm>
            <a:off x="9600783" y="1549019"/>
            <a:ext cx="1200556" cy="1200556"/>
          </a:xfrm>
          <a:prstGeom prst="rect">
            <a:avLst/>
          </a:prstGeom>
          <a:noFill/>
          <a:ln>
            <a:noFill/>
          </a:ln>
        </p:spPr>
      </p:pic>
      <p:pic>
        <p:nvPicPr>
          <p:cNvPr id="17410" name="Picture 2">
            <a:extLst>
              <a:ext uri="{FF2B5EF4-FFF2-40B4-BE49-F238E27FC236}">
                <a16:creationId xmlns:a16="http://schemas.microsoft.com/office/drawing/2014/main" id="{2E4E6BA4-8A68-9569-ABA0-3FFC5AB4C89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450393" y="5194747"/>
            <a:ext cx="1944531" cy="42815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ERKESO">
            <a:extLst>
              <a:ext uri="{FF2B5EF4-FFF2-40B4-BE49-F238E27FC236}">
                <a16:creationId xmlns:a16="http://schemas.microsoft.com/office/drawing/2014/main" id="{1C068919-EE2D-561F-E9D1-5E63E23E126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88095" y="4808441"/>
            <a:ext cx="1019610" cy="1033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3898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9E77D84-CCF8-F4F0-6C70-FA2720CC0EE7}"/>
              </a:ext>
            </a:extLst>
          </p:cNvPr>
          <p:cNvGrpSpPr/>
          <p:nvPr/>
        </p:nvGrpSpPr>
        <p:grpSpPr>
          <a:xfrm>
            <a:off x="1123439" y="1027868"/>
            <a:ext cx="5238964" cy="1110842"/>
            <a:chOff x="308132" y="558152"/>
            <a:chExt cx="5238964" cy="1110842"/>
          </a:xfrm>
        </p:grpSpPr>
        <p:sp>
          <p:nvSpPr>
            <p:cNvPr id="3" name="Rectangle 2">
              <a:extLst>
                <a:ext uri="{FF2B5EF4-FFF2-40B4-BE49-F238E27FC236}">
                  <a16:creationId xmlns:a16="http://schemas.microsoft.com/office/drawing/2014/main" id="{1ADE5F2B-F8BA-C062-93AD-92D1727CE24F}"/>
                </a:ext>
              </a:extLst>
            </p:cNvPr>
            <p:cNvSpPr/>
            <p:nvPr/>
          </p:nvSpPr>
          <p:spPr>
            <a:xfrm>
              <a:off x="308133" y="608951"/>
              <a:ext cx="5238963" cy="953047"/>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72;p3">
              <a:extLst>
                <a:ext uri="{FF2B5EF4-FFF2-40B4-BE49-F238E27FC236}">
                  <a16:creationId xmlns:a16="http://schemas.microsoft.com/office/drawing/2014/main" id="{AC7C8416-0A55-83B9-387C-4FE01C2B69BC}"/>
                </a:ext>
              </a:extLst>
            </p:cNvPr>
            <p:cNvSpPr txBox="1"/>
            <p:nvPr/>
          </p:nvSpPr>
          <p:spPr>
            <a:xfrm>
              <a:off x="334815" y="558152"/>
              <a:ext cx="2489427" cy="609644"/>
            </a:xfrm>
            <a:prstGeom prst="rect">
              <a:avLst/>
            </a:prstGeom>
            <a:noFill/>
            <a:ln>
              <a:noFill/>
            </a:ln>
          </p:spPr>
          <p:txBody>
            <a:bodyPr spcFirstLastPara="1" wrap="square" lIns="91425" tIns="45700" rIns="91425" bIns="45700" anchor="ctr" anchorCtr="0">
              <a:normAutofit fontScale="85000" lnSpcReduction="10000"/>
            </a:bodyPr>
            <a:lstStyle/>
            <a:p>
              <a:pPr marL="0" marR="0" lvl="0" indent="0" rtl="0">
                <a:spcBef>
                  <a:spcPts val="0"/>
                </a:spcBef>
                <a:spcAft>
                  <a:spcPts val="0"/>
                </a:spcAft>
                <a:buClr>
                  <a:srgbClr val="595959"/>
                </a:buClr>
                <a:buSzPts val="3500"/>
                <a:buFont typeface="Calibri"/>
                <a:buNone/>
              </a:pPr>
              <a:r>
                <a:rPr lang="en-MY" sz="2400" b="1" u="none" strike="noStrike" cap="none">
                  <a:solidFill>
                    <a:srgbClr val="00B050"/>
                  </a:solidFill>
                  <a:latin typeface="+mj-lt"/>
                  <a:ea typeface="Calibri"/>
                  <a:cs typeface="Calibri"/>
                  <a:sym typeface="Calibri"/>
                </a:rPr>
                <a:t>10</a:t>
              </a:r>
              <a:r>
                <a:rPr lang="en-MY" sz="1600" b="1" u="none" strike="noStrike" cap="none">
                  <a:solidFill>
                    <a:srgbClr val="595959"/>
                  </a:solidFill>
                  <a:latin typeface="+mj-lt"/>
                  <a:ea typeface="Calibri"/>
                  <a:cs typeface="Calibri"/>
                  <a:sym typeface="Calibri"/>
                </a:rPr>
                <a:t> Years of</a:t>
              </a:r>
              <a:r>
                <a:rPr lang="en-MY" sz="1600" b="1">
                  <a:solidFill>
                    <a:srgbClr val="595959"/>
                  </a:solidFill>
                  <a:latin typeface="+mj-lt"/>
                  <a:ea typeface="Calibri"/>
                  <a:cs typeface="Calibri"/>
                  <a:sym typeface="Calibri"/>
                </a:rPr>
                <a:t>  data analytics</a:t>
              </a:r>
            </a:p>
            <a:p>
              <a:pPr marL="0" marR="0" lvl="0" indent="0" rtl="0">
                <a:spcBef>
                  <a:spcPts val="0"/>
                </a:spcBef>
                <a:spcAft>
                  <a:spcPts val="0"/>
                </a:spcAft>
                <a:buClr>
                  <a:srgbClr val="595959"/>
                </a:buClr>
                <a:buSzPts val="3500"/>
                <a:buFont typeface="Calibri"/>
                <a:buNone/>
              </a:pPr>
              <a:r>
                <a:rPr lang="en-MY" sz="1600" b="1" u="none" strike="noStrike" cap="none">
                  <a:solidFill>
                    <a:srgbClr val="595959"/>
                  </a:solidFill>
                  <a:latin typeface="+mj-lt"/>
                  <a:ea typeface="Calibri"/>
                  <a:cs typeface="Calibri"/>
                  <a:sym typeface="Calibri"/>
                </a:rPr>
                <a:t>Implementation Experience </a:t>
              </a:r>
              <a:endParaRPr lang="en-MY" sz="1600" b="0" u="none" strike="noStrike" cap="none">
                <a:solidFill>
                  <a:schemeClr val="dk1"/>
                </a:solidFill>
                <a:latin typeface="+mj-lt"/>
                <a:ea typeface="Calibri"/>
                <a:cs typeface="Calibri"/>
                <a:sym typeface="Calibri"/>
              </a:endParaRPr>
            </a:p>
          </p:txBody>
        </p:sp>
        <p:pic>
          <p:nvPicPr>
            <p:cNvPr id="5" name="Google Shape;247;p23" descr="talend-logo - Devoteam Middle East">
              <a:extLst>
                <a:ext uri="{FF2B5EF4-FFF2-40B4-BE49-F238E27FC236}">
                  <a16:creationId xmlns:a16="http://schemas.microsoft.com/office/drawing/2014/main" id="{5417798B-402E-1E79-01D5-0DAA1F6179E3}"/>
                </a:ext>
              </a:extLst>
            </p:cNvPr>
            <p:cNvPicPr preferRelativeResize="0"/>
            <p:nvPr/>
          </p:nvPicPr>
          <p:blipFill rotWithShape="1">
            <a:blip r:embed="rId2">
              <a:alphaModFix/>
            </a:blip>
            <a:srcRect/>
            <a:stretch/>
          </p:blipFill>
          <p:spPr>
            <a:xfrm>
              <a:off x="2793346" y="714900"/>
              <a:ext cx="800733" cy="204160"/>
            </a:xfrm>
            <a:prstGeom prst="rect">
              <a:avLst/>
            </a:prstGeom>
            <a:noFill/>
            <a:ln>
              <a:noFill/>
            </a:ln>
          </p:spPr>
        </p:pic>
        <p:sp>
          <p:nvSpPr>
            <p:cNvPr id="6" name="Google Shape;72;p3">
              <a:extLst>
                <a:ext uri="{FF2B5EF4-FFF2-40B4-BE49-F238E27FC236}">
                  <a16:creationId xmlns:a16="http://schemas.microsoft.com/office/drawing/2014/main" id="{E7475EE6-115F-9363-306E-33EC386AA49B}"/>
                </a:ext>
              </a:extLst>
            </p:cNvPr>
            <p:cNvSpPr txBox="1"/>
            <p:nvPr/>
          </p:nvSpPr>
          <p:spPr>
            <a:xfrm>
              <a:off x="308132" y="1059350"/>
              <a:ext cx="2489427" cy="609644"/>
            </a:xfrm>
            <a:prstGeom prst="rect">
              <a:avLst/>
            </a:prstGeom>
            <a:noFill/>
            <a:ln>
              <a:noFill/>
            </a:ln>
          </p:spPr>
          <p:txBody>
            <a:bodyPr spcFirstLastPara="1" wrap="square" lIns="91425" tIns="45700" rIns="91425" bIns="45700" anchor="ctr" anchorCtr="0">
              <a:normAutofit fontScale="92500"/>
            </a:bodyPr>
            <a:lstStyle/>
            <a:p>
              <a:pPr marL="0" marR="0" lvl="0" indent="0" rtl="0">
                <a:spcBef>
                  <a:spcPts val="0"/>
                </a:spcBef>
                <a:spcAft>
                  <a:spcPts val="0"/>
                </a:spcAft>
                <a:buClr>
                  <a:srgbClr val="595959"/>
                </a:buClr>
                <a:buSzPts val="3500"/>
                <a:buFont typeface="Calibri"/>
                <a:buNone/>
              </a:pPr>
              <a:r>
                <a:rPr lang="en-MY" sz="2200" b="1" i="0" u="none" strike="noStrike" cap="none">
                  <a:solidFill>
                    <a:srgbClr val="00B050"/>
                  </a:solidFill>
                  <a:latin typeface="+mj-lt"/>
                  <a:ea typeface="Calibri"/>
                  <a:cs typeface="Calibri"/>
                  <a:sym typeface="Calibri"/>
                </a:rPr>
                <a:t>200+</a:t>
              </a:r>
              <a:r>
                <a:rPr lang="en-MY" sz="1600" b="1" i="0" u="none" strike="noStrike" cap="none">
                  <a:solidFill>
                    <a:srgbClr val="595959"/>
                  </a:solidFill>
                  <a:latin typeface="+mj-lt"/>
                  <a:ea typeface="Calibri"/>
                  <a:cs typeface="Calibri"/>
                  <a:sym typeface="Calibri"/>
                </a:rPr>
                <a:t> Project Delivered</a:t>
              </a:r>
              <a:endParaRPr sz="1600" b="0" i="0" u="none" strike="noStrike" cap="none">
                <a:solidFill>
                  <a:schemeClr val="dk1"/>
                </a:solidFill>
                <a:latin typeface="+mj-lt"/>
                <a:ea typeface="Calibri"/>
                <a:cs typeface="Calibri"/>
                <a:sym typeface="Calibri"/>
              </a:endParaRPr>
            </a:p>
          </p:txBody>
        </p:sp>
        <p:pic>
          <p:nvPicPr>
            <p:cNvPr id="7" name="Picture 6" descr="A logo with colorful crosses&#10;&#10;Description automatically generated">
              <a:extLst>
                <a:ext uri="{FF2B5EF4-FFF2-40B4-BE49-F238E27FC236}">
                  <a16:creationId xmlns:a16="http://schemas.microsoft.com/office/drawing/2014/main" id="{55C5FFD1-E7F0-315F-F4E7-6FAAA574A6DD}"/>
                </a:ext>
              </a:extLst>
            </p:cNvPr>
            <p:cNvPicPr>
              <a:picLocks noChangeAspect="1"/>
            </p:cNvPicPr>
            <p:nvPr/>
          </p:nvPicPr>
          <p:blipFill rotWithShape="1">
            <a:blip r:embed="rId3"/>
            <a:srcRect l="8968" t="32839" r="8978" b="32907"/>
            <a:stretch/>
          </p:blipFill>
          <p:spPr>
            <a:xfrm>
              <a:off x="3694275" y="675868"/>
              <a:ext cx="1217244" cy="359187"/>
            </a:xfrm>
            <a:prstGeom prst="rect">
              <a:avLst/>
            </a:prstGeom>
          </p:spPr>
        </p:pic>
        <p:pic>
          <p:nvPicPr>
            <p:cNvPr id="8" name="Picture 7" descr="A blue text on a black background&#10;&#10;Description automatically generated">
              <a:extLst>
                <a:ext uri="{FF2B5EF4-FFF2-40B4-BE49-F238E27FC236}">
                  <a16:creationId xmlns:a16="http://schemas.microsoft.com/office/drawing/2014/main" id="{F14BA1CA-C6B8-7756-F9DA-24D74B596BE1}"/>
                </a:ext>
              </a:extLst>
            </p:cNvPr>
            <p:cNvPicPr>
              <a:picLocks noChangeAspect="1"/>
            </p:cNvPicPr>
            <p:nvPr/>
          </p:nvPicPr>
          <p:blipFill>
            <a:blip r:embed="rId4"/>
            <a:stretch>
              <a:fillRect/>
            </a:stretch>
          </p:blipFill>
          <p:spPr>
            <a:xfrm>
              <a:off x="2765966" y="1170015"/>
              <a:ext cx="1079188" cy="255347"/>
            </a:xfrm>
            <a:prstGeom prst="rect">
              <a:avLst/>
            </a:prstGeom>
          </p:spPr>
        </p:pic>
        <p:pic>
          <p:nvPicPr>
            <p:cNvPr id="9" name="Picture 8" descr="A black background with grey and green letters&#10;&#10;Description automatically generated">
              <a:extLst>
                <a:ext uri="{FF2B5EF4-FFF2-40B4-BE49-F238E27FC236}">
                  <a16:creationId xmlns:a16="http://schemas.microsoft.com/office/drawing/2014/main" id="{3F15E460-0718-B2B0-4C1A-36D82B0CF50A}"/>
                </a:ext>
              </a:extLst>
            </p:cNvPr>
            <p:cNvPicPr>
              <a:picLocks noChangeAspect="1"/>
            </p:cNvPicPr>
            <p:nvPr/>
          </p:nvPicPr>
          <p:blipFill rotWithShape="1">
            <a:blip r:embed="rId5">
              <a:extLst>
                <a:ext uri="{28A0092B-C50C-407E-A947-70E740481C1C}">
                  <a14:useLocalDpi xmlns:a14="http://schemas.microsoft.com/office/drawing/2010/main" val="0"/>
                </a:ext>
              </a:extLst>
            </a:blip>
            <a:srcRect t="31686" b="30163"/>
            <a:stretch/>
          </p:blipFill>
          <p:spPr>
            <a:xfrm>
              <a:off x="3877424" y="1004731"/>
              <a:ext cx="1400796" cy="534428"/>
            </a:xfrm>
            <a:prstGeom prst="rect">
              <a:avLst/>
            </a:prstGeom>
          </p:spPr>
        </p:pic>
      </p:grpSp>
      <p:graphicFrame>
        <p:nvGraphicFramePr>
          <p:cNvPr id="10" name="TextBox 48">
            <a:extLst>
              <a:ext uri="{FF2B5EF4-FFF2-40B4-BE49-F238E27FC236}">
                <a16:creationId xmlns:a16="http://schemas.microsoft.com/office/drawing/2014/main" id="{CBF8B25E-4F31-5094-9721-73DF392C6C8E}"/>
              </a:ext>
            </a:extLst>
          </p:cNvPr>
          <p:cNvGraphicFramePr/>
          <p:nvPr>
            <p:extLst>
              <p:ext uri="{D42A27DB-BD31-4B8C-83A1-F6EECF244321}">
                <p14:modId xmlns:p14="http://schemas.microsoft.com/office/powerpoint/2010/main" val="3785102497"/>
              </p:ext>
            </p:extLst>
          </p:nvPr>
        </p:nvGraphicFramePr>
        <p:xfrm>
          <a:off x="0" y="2492895"/>
          <a:ext cx="7485842" cy="410091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1" name="TextBox 10">
            <a:extLst>
              <a:ext uri="{FF2B5EF4-FFF2-40B4-BE49-F238E27FC236}">
                <a16:creationId xmlns:a16="http://schemas.microsoft.com/office/drawing/2014/main" id="{CA8C5789-9C19-04C4-1AA9-CF40FF80AB4B}"/>
              </a:ext>
            </a:extLst>
          </p:cNvPr>
          <p:cNvSpPr txBox="1"/>
          <p:nvPr/>
        </p:nvSpPr>
        <p:spPr>
          <a:xfrm>
            <a:off x="7354867" y="4212482"/>
            <a:ext cx="4549911" cy="2089418"/>
          </a:xfrm>
          <a:prstGeom prst="rect">
            <a:avLst/>
          </a:prstGeom>
          <a:noFill/>
        </p:spPr>
        <p:txBody>
          <a:bodyPr wrap="square" rtlCol="0">
            <a:spAutoFit/>
          </a:bodyPr>
          <a:lstStyle/>
          <a:p>
            <a:r>
              <a:rPr lang="en-MY" sz="1200" b="1" u="sng"/>
              <a:t>Recent Partner Awards</a:t>
            </a:r>
          </a:p>
          <a:p>
            <a:endParaRPr lang="en-MY" sz="1200" b="1" u="sng"/>
          </a:p>
          <a:p>
            <a:pPr marL="171450" lvl="2" indent="-171450">
              <a:lnSpc>
                <a:spcPct val="150000"/>
              </a:lnSpc>
              <a:buFont typeface="Arial" panose="020B0604020202020204" pitchFamily="34" charset="0"/>
              <a:buChar char="•"/>
            </a:pPr>
            <a:r>
              <a:rPr lang="en-MY" sz="1200"/>
              <a:t>🏆 Year 2023: </a:t>
            </a:r>
            <a:r>
              <a:rPr lang="en-MY" sz="1200">
                <a:hlinkClick r:id="rId11"/>
              </a:rPr>
              <a:t>Data Integration Partner of the year (Talend, APAC)</a:t>
            </a:r>
            <a:endParaRPr lang="en-MY" sz="1200"/>
          </a:p>
          <a:p>
            <a:pPr marL="171450" lvl="2" indent="-171450">
              <a:lnSpc>
                <a:spcPct val="150000"/>
              </a:lnSpc>
              <a:buFont typeface="Arial" panose="020B0604020202020204" pitchFamily="34" charset="0"/>
              <a:buChar char="•"/>
            </a:pPr>
            <a:r>
              <a:rPr lang="en-MY" sz="1200"/>
              <a:t>🏆 Year 2022: </a:t>
            </a:r>
            <a:r>
              <a:rPr lang="en-MY" sz="1200">
                <a:hlinkClick r:id="rId12"/>
              </a:rPr>
              <a:t>Theater Partner of the year 2022 (Talend, APAC)</a:t>
            </a:r>
            <a:endParaRPr lang="en-MY" sz="1200"/>
          </a:p>
          <a:p>
            <a:pPr marL="171450" lvl="2" indent="-171450">
              <a:lnSpc>
                <a:spcPct val="150000"/>
              </a:lnSpc>
              <a:buFont typeface="Arial" panose="020B0604020202020204" pitchFamily="34" charset="0"/>
              <a:buChar char="•"/>
            </a:pPr>
            <a:r>
              <a:rPr lang="en-MY" sz="1200"/>
              <a:t>🏆 Year 2021: </a:t>
            </a:r>
            <a:r>
              <a:rPr lang="en-MY" sz="1200">
                <a:hlinkClick r:id="rId13"/>
              </a:rPr>
              <a:t>Top Enablement Partner of the Year 2021 (Talend, APAC)</a:t>
            </a:r>
            <a:endParaRPr lang="en-MY" sz="1200"/>
          </a:p>
        </p:txBody>
      </p:sp>
      <p:sp>
        <p:nvSpPr>
          <p:cNvPr id="12" name="TextBox 11">
            <a:extLst>
              <a:ext uri="{FF2B5EF4-FFF2-40B4-BE49-F238E27FC236}">
                <a16:creationId xmlns:a16="http://schemas.microsoft.com/office/drawing/2014/main" id="{31FB2C42-8A5A-F735-21CF-1EBBDFF79626}"/>
              </a:ext>
            </a:extLst>
          </p:cNvPr>
          <p:cNvSpPr txBox="1"/>
          <p:nvPr/>
        </p:nvSpPr>
        <p:spPr>
          <a:xfrm>
            <a:off x="7381549" y="1027868"/>
            <a:ext cx="5114676" cy="2920415"/>
          </a:xfrm>
          <a:prstGeom prst="rect">
            <a:avLst/>
          </a:prstGeom>
          <a:noFill/>
        </p:spPr>
        <p:txBody>
          <a:bodyPr wrap="square" rtlCol="0">
            <a:spAutoFit/>
          </a:bodyPr>
          <a:lstStyle/>
          <a:p>
            <a:r>
              <a:rPr lang="en-MY" sz="1200" b="1" u="sng"/>
              <a:t>Data Related Skillset:</a:t>
            </a:r>
          </a:p>
          <a:p>
            <a:endParaRPr lang="en-MY" sz="1200" b="1" u="sng"/>
          </a:p>
          <a:p>
            <a:pPr marL="285750" indent="-285750">
              <a:lnSpc>
                <a:spcPct val="150000"/>
              </a:lnSpc>
              <a:buFont typeface="Arial" panose="020B0604020202020204" pitchFamily="34" charset="0"/>
              <a:buChar char="•"/>
            </a:pPr>
            <a:r>
              <a:rPr lang="en-MY" sz="1200"/>
              <a:t>Data Visualization</a:t>
            </a:r>
          </a:p>
          <a:p>
            <a:pPr marL="285750" indent="-285750">
              <a:lnSpc>
                <a:spcPct val="150000"/>
              </a:lnSpc>
              <a:buFont typeface="Arial" panose="020B0604020202020204" pitchFamily="34" charset="0"/>
              <a:buChar char="•"/>
            </a:pPr>
            <a:r>
              <a:rPr lang="en-MY" sz="1200"/>
              <a:t>Data Governance and Compliance</a:t>
            </a:r>
          </a:p>
          <a:p>
            <a:pPr marL="285750" indent="-285750">
              <a:lnSpc>
                <a:spcPct val="150000"/>
              </a:lnSpc>
              <a:buFont typeface="Arial" panose="020B0604020202020204" pitchFamily="34" charset="0"/>
              <a:buChar char="•"/>
            </a:pPr>
            <a:r>
              <a:rPr lang="en-MY" sz="1200"/>
              <a:t>Data Integration and ETL (Extract, Transform, Load)</a:t>
            </a:r>
          </a:p>
          <a:p>
            <a:pPr marL="285750" indent="-285750">
              <a:lnSpc>
                <a:spcPct val="150000"/>
              </a:lnSpc>
              <a:buFont typeface="Arial" panose="020B0604020202020204" pitchFamily="34" charset="0"/>
              <a:buChar char="•"/>
            </a:pPr>
            <a:r>
              <a:rPr lang="en-MY" sz="1200"/>
              <a:t>Data Modelling and Warehousing Solutions</a:t>
            </a:r>
          </a:p>
          <a:p>
            <a:pPr marL="285750" indent="-285750">
              <a:lnSpc>
                <a:spcPct val="150000"/>
              </a:lnSpc>
              <a:buFont typeface="Arial" panose="020B0604020202020204" pitchFamily="34" charset="0"/>
              <a:buChar char="•"/>
            </a:pPr>
            <a:r>
              <a:rPr lang="en-MY" sz="1200"/>
              <a:t>Data Mining and Predictive Analytics</a:t>
            </a:r>
          </a:p>
          <a:p>
            <a:pPr marL="285750" indent="-285750">
              <a:lnSpc>
                <a:spcPct val="150000"/>
              </a:lnSpc>
              <a:buFont typeface="Arial" panose="020B0604020202020204" pitchFamily="34" charset="0"/>
              <a:buChar char="•"/>
            </a:pPr>
            <a:r>
              <a:rPr lang="en-MY" sz="1200"/>
              <a:t>Data Security and Privacy</a:t>
            </a:r>
          </a:p>
          <a:p>
            <a:pPr marL="285750" indent="-285750">
              <a:lnSpc>
                <a:spcPct val="150000"/>
              </a:lnSpc>
              <a:buFont typeface="Arial" panose="020B0604020202020204" pitchFamily="34" charset="0"/>
              <a:buChar char="•"/>
            </a:pPr>
            <a:r>
              <a:rPr lang="en-MY" sz="1200"/>
              <a:t>Machine Learning and AI for Data Analysis</a:t>
            </a:r>
          </a:p>
          <a:p>
            <a:pPr marL="285750" indent="-285750">
              <a:lnSpc>
                <a:spcPct val="150000"/>
              </a:lnSpc>
              <a:buFont typeface="Arial" panose="020B0604020202020204" pitchFamily="34" charset="0"/>
              <a:buChar char="•"/>
            </a:pPr>
            <a:r>
              <a:rPr lang="en-MY" sz="1200"/>
              <a:t>Advanced SQL and NoSQL Database Management</a:t>
            </a:r>
          </a:p>
          <a:p>
            <a:pPr marL="285750" indent="-285750">
              <a:lnSpc>
                <a:spcPct val="150000"/>
              </a:lnSpc>
              <a:buFont typeface="Arial" panose="020B0604020202020204" pitchFamily="34" charset="0"/>
              <a:buChar char="•"/>
            </a:pPr>
            <a:r>
              <a:rPr lang="en-MY" sz="1200"/>
              <a:t>Robotic Process Automation (RPA)</a:t>
            </a:r>
          </a:p>
        </p:txBody>
      </p:sp>
      <p:cxnSp>
        <p:nvCxnSpPr>
          <p:cNvPr id="18" name="Straight Connector 17">
            <a:extLst>
              <a:ext uri="{FF2B5EF4-FFF2-40B4-BE49-F238E27FC236}">
                <a16:creationId xmlns:a16="http://schemas.microsoft.com/office/drawing/2014/main" id="{9B6A2BDE-0571-C1F1-7358-27A638971460}"/>
              </a:ext>
            </a:extLst>
          </p:cNvPr>
          <p:cNvCxnSpPr>
            <a:cxnSpLocks/>
          </p:cNvCxnSpPr>
          <p:nvPr/>
        </p:nvCxnSpPr>
        <p:spPr>
          <a:xfrm>
            <a:off x="7134447" y="946300"/>
            <a:ext cx="0" cy="572031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Google Shape;514;p28">
            <a:extLst>
              <a:ext uri="{FF2B5EF4-FFF2-40B4-BE49-F238E27FC236}">
                <a16:creationId xmlns:a16="http://schemas.microsoft.com/office/drawing/2014/main" id="{90A751D0-BE07-6487-9C8D-9805C70E95FA}"/>
              </a:ext>
            </a:extLst>
          </p:cNvPr>
          <p:cNvSpPr txBox="1"/>
          <p:nvPr/>
        </p:nvSpPr>
        <p:spPr>
          <a:xfrm>
            <a:off x="145879" y="154573"/>
            <a:ext cx="12192000" cy="5355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70C0"/>
              </a:buClr>
              <a:buSzPts val="2800"/>
              <a:buFont typeface="Calibri"/>
              <a:buNone/>
            </a:pPr>
            <a:r>
              <a:rPr lang="en-US" sz="2800" b="1" u="sng" err="1">
                <a:latin typeface="Calibri"/>
                <a:ea typeface="Calibri"/>
                <a:cs typeface="Calibri"/>
                <a:sym typeface="Calibri"/>
              </a:rPr>
              <a:t>Quandatics</a:t>
            </a:r>
            <a:r>
              <a:rPr lang="en-US" sz="2800" b="1" u="sng">
                <a:latin typeface="Calibri"/>
                <a:ea typeface="Calibri"/>
                <a:cs typeface="Calibri"/>
                <a:sym typeface="Calibri"/>
              </a:rPr>
              <a:t>’ Qualification</a:t>
            </a:r>
          </a:p>
        </p:txBody>
      </p:sp>
    </p:spTree>
    <p:extLst>
      <p:ext uri="{BB962C8B-B14F-4D97-AF65-F5344CB8AC3E}">
        <p14:creationId xmlns:p14="http://schemas.microsoft.com/office/powerpoint/2010/main" val="978568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3228BC20-C7FF-EB0F-DDCD-AC348B95EB47}"/>
            </a:ext>
          </a:extLst>
        </p:cNvPr>
        <p:cNvGrpSpPr/>
        <p:nvPr/>
      </p:nvGrpSpPr>
      <p:grpSpPr>
        <a:xfrm>
          <a:off x="0" y="0"/>
          <a:ext cx="0" cy="0"/>
          <a:chOff x="0" y="0"/>
          <a:chExt cx="0" cy="0"/>
        </a:xfrm>
      </p:grpSpPr>
      <p:sp>
        <p:nvSpPr>
          <p:cNvPr id="302" name="Google Shape;302;p24">
            <a:extLst>
              <a:ext uri="{FF2B5EF4-FFF2-40B4-BE49-F238E27FC236}">
                <a16:creationId xmlns:a16="http://schemas.microsoft.com/office/drawing/2014/main" id="{EA9511F7-BBAC-5030-4D93-583A0E4CE92B}"/>
              </a:ext>
            </a:extLst>
          </p:cNvPr>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Problem Statement</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a:extLst>
              <a:ext uri="{FF2B5EF4-FFF2-40B4-BE49-F238E27FC236}">
                <a16:creationId xmlns:a16="http://schemas.microsoft.com/office/drawing/2014/main" id="{2D3AFE11-138F-685A-C87F-32AF9138C227}"/>
              </a:ext>
            </a:extLst>
          </p:cNvPr>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pic>
        <p:nvPicPr>
          <p:cNvPr id="2" name="Picture 1" descr="A diagram of data duplication&#10;&#10;Description automatically generated">
            <a:extLst>
              <a:ext uri="{FF2B5EF4-FFF2-40B4-BE49-F238E27FC236}">
                <a16:creationId xmlns:a16="http://schemas.microsoft.com/office/drawing/2014/main" id="{7E0E1CFA-A7FD-3B85-7D01-FE5874BB1538}"/>
              </a:ext>
            </a:extLst>
          </p:cNvPr>
          <p:cNvPicPr>
            <a:picLocks noChangeAspect="1"/>
          </p:cNvPicPr>
          <p:nvPr/>
        </p:nvPicPr>
        <p:blipFill>
          <a:blip r:embed="rId4"/>
          <a:stretch>
            <a:fillRect/>
          </a:stretch>
        </p:blipFill>
        <p:spPr>
          <a:xfrm>
            <a:off x="434138" y="1787047"/>
            <a:ext cx="11323725" cy="4270877"/>
          </a:xfrm>
          <a:prstGeom prst="rect">
            <a:avLst/>
          </a:prstGeom>
          <a:ln>
            <a:solidFill>
              <a:schemeClr val="tx1"/>
            </a:solidFill>
          </a:ln>
        </p:spPr>
      </p:pic>
    </p:spTree>
    <p:extLst>
      <p:ext uri="{BB962C8B-B14F-4D97-AF65-F5344CB8AC3E}">
        <p14:creationId xmlns:p14="http://schemas.microsoft.com/office/powerpoint/2010/main" val="306724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Objectives</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sp>
        <p:nvSpPr>
          <p:cNvPr id="3" name="Google Shape;302;p24">
            <a:extLst>
              <a:ext uri="{FF2B5EF4-FFF2-40B4-BE49-F238E27FC236}">
                <a16:creationId xmlns:a16="http://schemas.microsoft.com/office/drawing/2014/main" id="{94F55D01-7B39-7525-31FF-099D0DDB6C3A}"/>
              </a:ext>
            </a:extLst>
          </p:cNvPr>
          <p:cNvSpPr txBox="1"/>
          <p:nvPr/>
        </p:nvSpPr>
        <p:spPr>
          <a:xfrm>
            <a:off x="606879" y="1967188"/>
            <a:ext cx="10978243" cy="4142820"/>
          </a:xfrm>
          <a:prstGeom prst="rect">
            <a:avLst/>
          </a:prstGeom>
          <a:noFill/>
          <a:ln>
            <a:noFill/>
          </a:ln>
        </p:spPr>
        <p:txBody>
          <a:bodyPr spcFirstLastPara="1" wrap="square" lIns="91425" tIns="45700" rIns="91425" bIns="45700" anchor="t" anchorCtr="0">
            <a:normAutofit/>
          </a:bodyPr>
          <a:lstStyle/>
          <a:p>
            <a:pPr marL="457200" marR="0" lvl="0" indent="-457200" rtl="0">
              <a:lnSpc>
                <a:spcPct val="15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To modernize, revamp, remodel the current CSET old database </a:t>
            </a:r>
          </a:p>
          <a:p>
            <a:pPr marL="457200" marR="0" lvl="0" indent="-457200" rtl="0">
              <a:lnSpc>
                <a:spcPct val="15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To perform data cleaning and model re-structure of current CSET old database</a:t>
            </a:r>
          </a:p>
          <a:p>
            <a:pPr marL="457200" marR="0" lvl="0" indent="-457200" rtl="0">
              <a:lnSpc>
                <a:spcPct val="15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To introduce Data Lake solution to set a foundation for any future data initiatives </a:t>
            </a:r>
          </a:p>
          <a:p>
            <a:pPr marL="457200" marR="0" lvl="0" indent="-457200" rtl="0">
              <a:lnSpc>
                <a:spcPct val="15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To introduce an ETL Platform</a:t>
            </a:r>
          </a:p>
        </p:txBody>
      </p:sp>
    </p:spTree>
    <p:extLst>
      <p:ext uri="{BB962C8B-B14F-4D97-AF65-F5344CB8AC3E}">
        <p14:creationId xmlns:p14="http://schemas.microsoft.com/office/powerpoint/2010/main" val="86700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Enterprise Data Platform SOW</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sp>
        <p:nvSpPr>
          <p:cNvPr id="3" name="Google Shape;302;p24">
            <a:extLst>
              <a:ext uri="{FF2B5EF4-FFF2-40B4-BE49-F238E27FC236}">
                <a16:creationId xmlns:a16="http://schemas.microsoft.com/office/drawing/2014/main" id="{94F55D01-7B39-7525-31FF-099D0DDB6C3A}"/>
              </a:ext>
            </a:extLst>
          </p:cNvPr>
          <p:cNvSpPr txBox="1"/>
          <p:nvPr/>
        </p:nvSpPr>
        <p:spPr>
          <a:xfrm>
            <a:off x="957943" y="1611086"/>
            <a:ext cx="10276115" cy="5065486"/>
          </a:xfrm>
          <a:prstGeom prst="rect">
            <a:avLst/>
          </a:prstGeom>
          <a:noFill/>
          <a:ln>
            <a:noFill/>
          </a:ln>
        </p:spPr>
        <p:txBody>
          <a:bodyPr spcFirstLastPara="1" wrap="square" lIns="91425" tIns="45700" rIns="91425" bIns="45700" anchor="t" anchorCtr="0">
            <a:normAutofit/>
          </a:bodyPr>
          <a:lstStyle/>
          <a:p>
            <a:pPr marL="457200" marR="0" lvl="0" indent="-457200" rtl="0">
              <a:lnSpc>
                <a:spcPct val="10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Proposing and implementing a Data Lake and Metadata-Driven Ingestion Framework as part of the Enterprise Data Platform.</a:t>
            </a:r>
          </a:p>
          <a:p>
            <a:pPr marL="457200" marR="0" lvl="0" indent="-457200" rtl="0">
              <a:lnSpc>
                <a:spcPct val="10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Proposing and implementing a Data Quality Framework within the Enterprise Data Platform.</a:t>
            </a:r>
          </a:p>
          <a:p>
            <a:pPr marL="457200" marR="0" lvl="0" indent="-457200" rtl="0">
              <a:lnSpc>
                <a:spcPct val="10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Assessing and analyzing the existing table structures for redundancies, usage needs, and best practices.</a:t>
            </a:r>
          </a:p>
          <a:p>
            <a:pPr marL="457200" marR="0" lvl="0" indent="-457200" rtl="0">
              <a:lnSpc>
                <a:spcPct val="10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Proposing and implementing a new data model for the CSET database modernization.</a:t>
            </a:r>
          </a:p>
          <a:p>
            <a:pPr marL="457200" marR="0" lvl="0" indent="-457200" rtl="0">
              <a:lnSpc>
                <a:spcPct val="10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Developing a data catalog.</a:t>
            </a:r>
          </a:p>
          <a:p>
            <a:pPr marL="457200" marR="0" lvl="0" indent="-457200" rtl="0">
              <a:lnSpc>
                <a:spcPct val="10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Migrating and loading historical data from the existing structure to the new revamped structure.</a:t>
            </a:r>
          </a:p>
          <a:p>
            <a:pPr marL="457200" marR="0" lvl="0" indent="-457200" rtl="0">
              <a:lnSpc>
                <a:spcPct val="10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Designing, building, testing, and deploying ETL pipelines based on the available requirements.</a:t>
            </a:r>
          </a:p>
        </p:txBody>
      </p:sp>
    </p:spTree>
    <p:extLst>
      <p:ext uri="{BB962C8B-B14F-4D97-AF65-F5344CB8AC3E}">
        <p14:creationId xmlns:p14="http://schemas.microsoft.com/office/powerpoint/2010/main" val="658796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Application Modernization SOW</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sp>
        <p:nvSpPr>
          <p:cNvPr id="3" name="Google Shape;302;p24">
            <a:extLst>
              <a:ext uri="{FF2B5EF4-FFF2-40B4-BE49-F238E27FC236}">
                <a16:creationId xmlns:a16="http://schemas.microsoft.com/office/drawing/2014/main" id="{94F55D01-7B39-7525-31FF-099D0DDB6C3A}"/>
              </a:ext>
            </a:extLst>
          </p:cNvPr>
          <p:cNvSpPr txBox="1"/>
          <p:nvPr/>
        </p:nvSpPr>
        <p:spPr>
          <a:xfrm>
            <a:off x="957943" y="1611086"/>
            <a:ext cx="10818421" cy="5065486"/>
          </a:xfrm>
          <a:prstGeom prst="rect">
            <a:avLst/>
          </a:prstGeom>
          <a:noFill/>
          <a:ln>
            <a:noFill/>
          </a:ln>
        </p:spPr>
        <p:txBody>
          <a:bodyPr spcFirstLastPara="1" wrap="square" lIns="91425" tIns="45700" rIns="91425" bIns="45700" anchor="t" anchorCtr="0">
            <a:normAutofit/>
          </a:bodyPr>
          <a:lstStyle/>
          <a:p>
            <a:pPr marL="457200" marR="0" lvl="0" indent="-457200" rtl="0">
              <a:lnSpc>
                <a:spcPct val="100000"/>
              </a:lnSpc>
              <a:spcBef>
                <a:spcPts val="0"/>
              </a:spcBef>
              <a:spcAft>
                <a:spcPts val="0"/>
              </a:spcAft>
              <a:buClr>
                <a:srgbClr val="595959"/>
              </a:buClr>
              <a:buSzPts val="3800"/>
              <a:buFont typeface="Arial" panose="020B0604020202020204" pitchFamily="34" charset="0"/>
              <a:buChar char="•"/>
            </a:pPr>
            <a:r>
              <a:rPr lang="en-US" sz="2200" i="0" u="none" strike="noStrike" cap="none">
                <a:solidFill>
                  <a:schemeClr val="tx1"/>
                </a:solidFill>
                <a:latin typeface="Calibri"/>
                <a:ea typeface="Calibri"/>
                <a:cs typeface="Calibri"/>
                <a:sym typeface="Calibri"/>
              </a:rPr>
              <a:t>Assessing and analyzing the existing CSET application and AS-IS development environment, followed by proposing a TO-BE development cycle plan.</a:t>
            </a:r>
          </a:p>
          <a:p>
            <a:pPr marL="457200" marR="0" lvl="0" indent="-457200" rtl="0">
              <a:lnSpc>
                <a:spcPct val="100000"/>
              </a:lnSpc>
              <a:spcBef>
                <a:spcPts val="0"/>
              </a:spcBef>
              <a:spcAft>
                <a:spcPts val="0"/>
              </a:spcAft>
              <a:buClr>
                <a:srgbClr val="595959"/>
              </a:buClr>
              <a:buSzPts val="3800"/>
              <a:buFont typeface="Arial" panose="020B0604020202020204" pitchFamily="34" charset="0"/>
              <a:buChar char="•"/>
            </a:pPr>
            <a:r>
              <a:rPr lang="en-US" sz="2200" i="0" u="none" strike="noStrike" cap="none">
                <a:solidFill>
                  <a:schemeClr val="tx1"/>
                </a:solidFill>
                <a:latin typeface="Calibri"/>
                <a:ea typeface="Calibri"/>
                <a:cs typeface="Calibri"/>
                <a:sym typeface="Calibri"/>
              </a:rPr>
              <a:t>Proposing and implementing frontend (ReactJS) and backend (Laravel) development strategies.</a:t>
            </a:r>
          </a:p>
          <a:p>
            <a:pPr marL="457200" marR="0" lvl="0" indent="-457200" rtl="0">
              <a:lnSpc>
                <a:spcPct val="100000"/>
              </a:lnSpc>
              <a:spcBef>
                <a:spcPts val="0"/>
              </a:spcBef>
              <a:spcAft>
                <a:spcPts val="0"/>
              </a:spcAft>
              <a:buClr>
                <a:srgbClr val="595959"/>
              </a:buClr>
              <a:buSzPts val="3800"/>
              <a:buFont typeface="Arial" panose="020B0604020202020204" pitchFamily="34" charset="0"/>
              <a:buChar char="•"/>
            </a:pPr>
            <a:r>
              <a:rPr lang="en-US" sz="2200" i="0" u="none" strike="noStrike" cap="none">
                <a:solidFill>
                  <a:schemeClr val="tx1"/>
                </a:solidFill>
                <a:latin typeface="Calibri"/>
                <a:ea typeface="Calibri"/>
                <a:cs typeface="Calibri"/>
                <a:sym typeface="Calibri"/>
              </a:rPr>
              <a:t>Modernizing and revamping key modules such as Login, RBAC, Search, Customer Profile, Technical Info, Cacti, Network Diagram, VAS Service, Log History, Managed Router, Alarm, Search Module Voice, Customer Profile V</a:t>
            </a:r>
            <a:r>
              <a:rPr lang="en-US" sz="2200">
                <a:solidFill>
                  <a:schemeClr val="tx1"/>
                </a:solidFill>
                <a:latin typeface="Calibri"/>
                <a:ea typeface="Calibri"/>
                <a:cs typeface="Calibri"/>
                <a:sym typeface="Calibri"/>
              </a:rPr>
              <a:t>oice, </a:t>
            </a:r>
            <a:r>
              <a:rPr lang="en-US" sz="2200" i="0" u="none" strike="noStrike" cap="none">
                <a:solidFill>
                  <a:schemeClr val="tx1"/>
                </a:solidFill>
                <a:latin typeface="Calibri"/>
                <a:ea typeface="Calibri"/>
                <a:cs typeface="Calibri"/>
                <a:sym typeface="Calibri"/>
              </a:rPr>
              <a:t>Technical info Voice, DID Range Voice, Diagnostics, and Reporting for TCC, SIPTRK, and VOBB.</a:t>
            </a:r>
          </a:p>
          <a:p>
            <a:pPr marL="457200" marR="0" lvl="0" indent="-457200" rtl="0">
              <a:lnSpc>
                <a:spcPct val="100000"/>
              </a:lnSpc>
              <a:spcBef>
                <a:spcPts val="0"/>
              </a:spcBef>
              <a:spcAft>
                <a:spcPts val="0"/>
              </a:spcAft>
              <a:buClr>
                <a:srgbClr val="595959"/>
              </a:buClr>
              <a:buSzPts val="3800"/>
              <a:buFont typeface="Arial" panose="020B0604020202020204" pitchFamily="34" charset="0"/>
              <a:buChar char="•"/>
            </a:pPr>
            <a:r>
              <a:rPr lang="en-US" sz="2200" i="0" u="none" strike="noStrike" cap="none">
                <a:solidFill>
                  <a:schemeClr val="tx1"/>
                </a:solidFill>
                <a:latin typeface="Calibri"/>
                <a:ea typeface="Calibri"/>
                <a:cs typeface="Calibri"/>
                <a:sym typeface="Calibri"/>
              </a:rPr>
              <a:t>Migrating the backend from PHP to Laravel and the frontend from PHP to </a:t>
            </a:r>
            <a:r>
              <a:rPr lang="en-US" sz="2200" i="0" u="none" strike="noStrike" cap="none" err="1">
                <a:solidFill>
                  <a:schemeClr val="tx1"/>
                </a:solidFill>
                <a:latin typeface="Calibri"/>
                <a:ea typeface="Calibri"/>
                <a:cs typeface="Calibri"/>
                <a:sym typeface="Calibri"/>
              </a:rPr>
              <a:t>React.js</a:t>
            </a:r>
            <a:r>
              <a:rPr lang="en-US" sz="2200" i="0" u="none" strike="noStrike" cap="none">
                <a:solidFill>
                  <a:schemeClr val="tx1"/>
                </a:solidFill>
                <a:latin typeface="Calibri"/>
                <a:ea typeface="Calibri"/>
                <a:cs typeface="Calibri"/>
                <a:sym typeface="Calibri"/>
              </a:rPr>
              <a:t>.</a:t>
            </a:r>
          </a:p>
          <a:p>
            <a:pPr marL="457200" marR="0" lvl="0" indent="-457200" rtl="0">
              <a:lnSpc>
                <a:spcPct val="100000"/>
              </a:lnSpc>
              <a:spcBef>
                <a:spcPts val="0"/>
              </a:spcBef>
              <a:spcAft>
                <a:spcPts val="0"/>
              </a:spcAft>
              <a:buClr>
                <a:srgbClr val="595959"/>
              </a:buClr>
              <a:buSzPts val="3800"/>
              <a:buFont typeface="Arial" panose="020B0604020202020204" pitchFamily="34" charset="0"/>
              <a:buChar char="•"/>
            </a:pPr>
            <a:r>
              <a:rPr lang="en-US" sz="2200">
                <a:solidFill>
                  <a:schemeClr val="tx1"/>
                </a:solidFill>
                <a:latin typeface="Calibri"/>
                <a:ea typeface="Calibri"/>
                <a:cs typeface="Calibri"/>
                <a:sym typeface="Calibri"/>
              </a:rPr>
              <a:t>Setting up Gitlab and DevOps lifecycle</a:t>
            </a:r>
            <a:endParaRPr lang="en-US" sz="2200" i="0" u="none" strike="noStrike" cap="none">
              <a:solidFill>
                <a:schemeClr val="tx1"/>
              </a:solidFill>
              <a:latin typeface="Calibri"/>
              <a:ea typeface="Calibri"/>
              <a:cs typeface="Calibri"/>
              <a:sym typeface="Calibri"/>
            </a:endParaRPr>
          </a:p>
          <a:p>
            <a:pPr marL="457200" marR="0" lvl="0" indent="-457200" rtl="0">
              <a:lnSpc>
                <a:spcPct val="100000"/>
              </a:lnSpc>
              <a:spcBef>
                <a:spcPts val="0"/>
              </a:spcBef>
              <a:spcAft>
                <a:spcPts val="0"/>
              </a:spcAft>
              <a:buClr>
                <a:srgbClr val="595959"/>
              </a:buClr>
              <a:buSzPts val="3800"/>
              <a:buFont typeface="Arial" panose="020B0604020202020204" pitchFamily="34" charset="0"/>
              <a:buChar char="•"/>
            </a:pPr>
            <a:r>
              <a:rPr lang="en-US" sz="2200" i="0" u="none" strike="noStrike" cap="none">
                <a:solidFill>
                  <a:schemeClr val="tx1"/>
                </a:solidFill>
                <a:latin typeface="Calibri"/>
                <a:ea typeface="Calibri"/>
                <a:cs typeface="Calibri"/>
                <a:sym typeface="Calibri"/>
              </a:rPr>
              <a:t>Integrating TIME’s internal AD with the application and onboarding users to the agreed team roles and committees.</a:t>
            </a:r>
          </a:p>
        </p:txBody>
      </p:sp>
    </p:spTree>
    <p:extLst>
      <p:ext uri="{BB962C8B-B14F-4D97-AF65-F5344CB8AC3E}">
        <p14:creationId xmlns:p14="http://schemas.microsoft.com/office/powerpoint/2010/main" val="3790500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02;p24">
            <a:extLst>
              <a:ext uri="{FF2B5EF4-FFF2-40B4-BE49-F238E27FC236}">
                <a16:creationId xmlns:a16="http://schemas.microsoft.com/office/drawing/2014/main" id="{DD98E50B-95FB-63CE-9C80-CA9AB2D7CAE9}"/>
              </a:ext>
            </a:extLst>
          </p:cNvPr>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Application Modernization SOW</a:t>
            </a:r>
            <a:endParaRPr lang="en-US" sz="1800" b="1" i="0" u="none" strike="noStrike" cap="none">
              <a:solidFill>
                <a:schemeClr val="tx1"/>
              </a:solidFill>
              <a:latin typeface="Calibri"/>
              <a:ea typeface="Calibri"/>
              <a:cs typeface="Calibri"/>
              <a:sym typeface="Calibri"/>
            </a:endParaRPr>
          </a:p>
        </p:txBody>
      </p:sp>
      <p:pic>
        <p:nvPicPr>
          <p:cNvPr id="3" name="Google Shape;303;p24" descr="A black background with a red line&#10;&#10;Description automatically generated with low confidence">
            <a:extLst>
              <a:ext uri="{FF2B5EF4-FFF2-40B4-BE49-F238E27FC236}">
                <a16:creationId xmlns:a16="http://schemas.microsoft.com/office/drawing/2014/main" id="{169E22C2-B564-DBAE-0C2E-434D72A200F6}"/>
              </a:ext>
            </a:extLst>
          </p:cNvPr>
          <p:cNvPicPr preferRelativeResize="0"/>
          <p:nvPr/>
        </p:nvPicPr>
        <p:blipFill rotWithShape="1">
          <a:blip r:embed="rId2">
            <a:alphaModFix/>
          </a:blip>
          <a:srcRect l="28820" t="48393" r="30588" b="49874"/>
          <a:stretch/>
        </p:blipFill>
        <p:spPr>
          <a:xfrm>
            <a:off x="4235220" y="1075066"/>
            <a:ext cx="3365101" cy="98983"/>
          </a:xfrm>
          <a:prstGeom prst="rect">
            <a:avLst/>
          </a:prstGeom>
          <a:noFill/>
          <a:ln>
            <a:noFill/>
          </a:ln>
        </p:spPr>
      </p:pic>
      <p:graphicFrame>
        <p:nvGraphicFramePr>
          <p:cNvPr id="4" name="Table 3">
            <a:extLst>
              <a:ext uri="{FF2B5EF4-FFF2-40B4-BE49-F238E27FC236}">
                <a16:creationId xmlns:a16="http://schemas.microsoft.com/office/drawing/2014/main" id="{C0E316FA-8AE3-9222-4D13-EC17627A4155}"/>
              </a:ext>
            </a:extLst>
          </p:cNvPr>
          <p:cNvGraphicFramePr>
            <a:graphicFrameLocks noGrp="1"/>
          </p:cNvGraphicFramePr>
          <p:nvPr>
            <p:extLst>
              <p:ext uri="{D42A27DB-BD31-4B8C-83A1-F6EECF244321}">
                <p14:modId xmlns:p14="http://schemas.microsoft.com/office/powerpoint/2010/main" val="2386280174"/>
              </p:ext>
            </p:extLst>
          </p:nvPr>
        </p:nvGraphicFramePr>
        <p:xfrm>
          <a:off x="1558636" y="2507674"/>
          <a:ext cx="8572501" cy="2410690"/>
        </p:xfrm>
        <a:graphic>
          <a:graphicData uri="http://schemas.openxmlformats.org/drawingml/2006/table">
            <a:tbl>
              <a:tblPr/>
              <a:tblGrid>
                <a:gridCol w="2129098">
                  <a:extLst>
                    <a:ext uri="{9D8B030D-6E8A-4147-A177-3AD203B41FA5}">
                      <a16:colId xmlns:a16="http://schemas.microsoft.com/office/drawing/2014/main" val="3956819936"/>
                    </a:ext>
                  </a:extLst>
                </a:gridCol>
                <a:gridCol w="2095033">
                  <a:extLst>
                    <a:ext uri="{9D8B030D-6E8A-4147-A177-3AD203B41FA5}">
                      <a16:colId xmlns:a16="http://schemas.microsoft.com/office/drawing/2014/main" val="739306658"/>
                    </a:ext>
                  </a:extLst>
                </a:gridCol>
                <a:gridCol w="1822174">
                  <a:extLst>
                    <a:ext uri="{9D8B030D-6E8A-4147-A177-3AD203B41FA5}">
                      <a16:colId xmlns:a16="http://schemas.microsoft.com/office/drawing/2014/main" val="1267775920"/>
                    </a:ext>
                  </a:extLst>
                </a:gridCol>
                <a:gridCol w="2526196">
                  <a:extLst>
                    <a:ext uri="{9D8B030D-6E8A-4147-A177-3AD203B41FA5}">
                      <a16:colId xmlns:a16="http://schemas.microsoft.com/office/drawing/2014/main" val="2899306036"/>
                    </a:ext>
                  </a:extLst>
                </a:gridCol>
              </a:tblGrid>
              <a:tr h="436430">
                <a:tc>
                  <a:txBody>
                    <a:bodyPr/>
                    <a:lstStyle/>
                    <a:p>
                      <a:pPr algn="l" rtl="0" fontAlgn="base"/>
                      <a:r>
                        <a:rPr lang="en-US" sz="1600" b="0" i="0">
                          <a:solidFill>
                            <a:srgbClr val="000000"/>
                          </a:solidFill>
                          <a:effectLst/>
                          <a:latin typeface="Calibri" panose="020F0502020204030204" pitchFamily="34" charset="0"/>
                          <a:cs typeface="Calibri" panose="020F0502020204030204" pitchFamily="34" charset="0"/>
                        </a:rPr>
                        <a:t> </a:t>
                      </a: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solidFill>
                  </a:tcPr>
                </a:tc>
                <a:tc>
                  <a:txBody>
                    <a:bodyPr/>
                    <a:lstStyle/>
                    <a:p>
                      <a:pPr algn="ctr" rtl="0" fontAlgn="base"/>
                      <a:r>
                        <a:rPr lang="en-US" sz="1600" b="1" i="0">
                          <a:solidFill>
                            <a:srgbClr val="000000"/>
                          </a:solidFill>
                          <a:effectLst/>
                          <a:latin typeface="Calibri" panose="020F0502020204030204" pitchFamily="34" charset="0"/>
                          <a:cs typeface="Calibri" panose="020F0502020204030204" pitchFamily="34" charset="0"/>
                        </a:rPr>
                        <a:t>Total Modules </a:t>
                      </a:r>
                      <a:endParaRPr lang="en-US" sz="1600" b="1"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solidFill>
                  </a:tcPr>
                </a:tc>
                <a:tc>
                  <a:txBody>
                    <a:bodyPr/>
                    <a:lstStyle/>
                    <a:p>
                      <a:pPr algn="ctr" rtl="0" fontAlgn="base"/>
                      <a:r>
                        <a:rPr lang="en-MY" sz="1600" b="1" i="0">
                          <a:solidFill>
                            <a:srgbClr val="000000"/>
                          </a:solidFill>
                          <a:effectLst/>
                          <a:latin typeface="Calibri" panose="020F0502020204030204" pitchFamily="34" charset="0"/>
                          <a:cs typeface="Calibri" panose="020F0502020204030204" pitchFamily="34" charset="0"/>
                        </a:rPr>
                        <a:t>Total Scripts </a:t>
                      </a:r>
                      <a:endParaRPr lang="en-MY" sz="1600" b="1"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solidFill>
                  </a:tcPr>
                </a:tc>
                <a:tc>
                  <a:txBody>
                    <a:bodyPr/>
                    <a:lstStyle/>
                    <a:p>
                      <a:pPr algn="ctr" rtl="0" fontAlgn="base"/>
                      <a:r>
                        <a:rPr lang="en-MY" sz="1600" b="1" i="0">
                          <a:solidFill>
                            <a:srgbClr val="000000"/>
                          </a:solidFill>
                          <a:effectLst/>
                          <a:latin typeface="Calibri" panose="020F0502020204030204" pitchFamily="34" charset="0"/>
                          <a:cs typeface="Calibri" panose="020F0502020204030204" pitchFamily="34" charset="0"/>
                        </a:rPr>
                        <a:t>Total Line of Codes </a:t>
                      </a:r>
                      <a:endParaRPr lang="en-MY" sz="1600" b="1"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solidFill>
                  </a:tcPr>
                </a:tc>
                <a:extLst>
                  <a:ext uri="{0D108BD9-81ED-4DB2-BD59-A6C34878D82A}">
                    <a16:rowId xmlns:a16="http://schemas.microsoft.com/office/drawing/2014/main" val="2392940576"/>
                  </a:ext>
                </a:extLst>
              </a:tr>
              <a:tr h="394852">
                <a:tc>
                  <a:txBody>
                    <a:bodyPr/>
                    <a:lstStyle/>
                    <a:p>
                      <a:pPr algn="l" rtl="0" fontAlgn="base"/>
                      <a:r>
                        <a:rPr lang="en-US" sz="1600" b="1" i="0">
                          <a:solidFill>
                            <a:srgbClr val="000000"/>
                          </a:solidFill>
                          <a:effectLst/>
                          <a:latin typeface="Calibri" panose="020F0502020204030204" pitchFamily="34" charset="0"/>
                          <a:cs typeface="Calibri" panose="020F0502020204030204" pitchFamily="34" charset="0"/>
                        </a:rPr>
                        <a:t>Login </a:t>
                      </a:r>
                      <a:endParaRPr lang="en-US" sz="1600" b="1"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1 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3 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240 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6907734"/>
                  </a:ext>
                </a:extLst>
              </a:tr>
              <a:tr h="394852">
                <a:tc>
                  <a:txBody>
                    <a:bodyPr/>
                    <a:lstStyle/>
                    <a:p>
                      <a:pPr algn="l" rtl="0" fontAlgn="base"/>
                      <a:r>
                        <a:rPr lang="en-US" sz="1600" b="1" i="0">
                          <a:solidFill>
                            <a:srgbClr val="000000"/>
                          </a:solidFill>
                          <a:effectLst/>
                          <a:latin typeface="Calibri" panose="020F0502020204030204" pitchFamily="34" charset="0"/>
                          <a:cs typeface="Calibri" panose="020F0502020204030204" pitchFamily="34" charset="0"/>
                        </a:rPr>
                        <a:t>RBAC </a:t>
                      </a:r>
                      <a:endParaRPr lang="en-US" sz="1600" b="1"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1 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5 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35 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9091906"/>
                  </a:ext>
                </a:extLst>
              </a:tr>
              <a:tr h="394852">
                <a:tc>
                  <a:txBody>
                    <a:bodyPr/>
                    <a:lstStyle/>
                    <a:p>
                      <a:pPr algn="l" rtl="0" fontAlgn="base"/>
                      <a:r>
                        <a:rPr lang="en-US" sz="1600" b="1" i="0">
                          <a:solidFill>
                            <a:srgbClr val="000000"/>
                          </a:solidFill>
                          <a:effectLst/>
                          <a:latin typeface="Calibri" panose="020F0502020204030204" pitchFamily="34" charset="0"/>
                          <a:cs typeface="Calibri" panose="020F0502020204030204" pitchFamily="34" charset="0"/>
                        </a:rPr>
                        <a:t>Enterprise </a:t>
                      </a:r>
                      <a:endParaRPr lang="en-US" sz="1600" b="1"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10 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10 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2210 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9602695"/>
                  </a:ext>
                </a:extLst>
              </a:tr>
              <a:tr h="394852">
                <a:tc>
                  <a:txBody>
                    <a:bodyPr/>
                    <a:lstStyle/>
                    <a:p>
                      <a:pPr algn="l" rtl="0" fontAlgn="base"/>
                      <a:r>
                        <a:rPr lang="en-MY" sz="1600" b="1" i="0">
                          <a:solidFill>
                            <a:srgbClr val="000000"/>
                          </a:solidFill>
                          <a:effectLst/>
                          <a:latin typeface="Calibri" panose="020F0502020204030204" pitchFamily="34" charset="0"/>
                          <a:cs typeface="Calibri" panose="020F0502020204030204" pitchFamily="34" charset="0"/>
                        </a:rPr>
                        <a:t>Voice </a:t>
                      </a:r>
                      <a:endParaRPr lang="en-MY" sz="1600" b="1"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5 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8 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4350 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5355941"/>
                  </a:ext>
                </a:extLst>
              </a:tr>
              <a:tr h="394852">
                <a:tc>
                  <a:txBody>
                    <a:bodyPr/>
                    <a:lstStyle/>
                    <a:p>
                      <a:pPr algn="l" rtl="0" fontAlgn="base"/>
                      <a:r>
                        <a:rPr lang="en-MY" sz="1600" b="1" i="0">
                          <a:solidFill>
                            <a:srgbClr val="000000"/>
                          </a:solidFill>
                          <a:effectLst/>
                          <a:latin typeface="Calibri" panose="020F0502020204030204" pitchFamily="34" charset="0"/>
                          <a:cs typeface="Calibri" panose="020F0502020204030204" pitchFamily="34" charset="0"/>
                        </a:rPr>
                        <a:t>Reports  </a:t>
                      </a:r>
                      <a:endParaRPr lang="en-MY" sz="1600" b="1"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3 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3 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r>
                        <a:rPr lang="en-MY" sz="1600" b="0" i="0">
                          <a:solidFill>
                            <a:srgbClr val="000000"/>
                          </a:solidFill>
                          <a:effectLst/>
                          <a:latin typeface="Calibri" panose="020F0502020204030204" pitchFamily="34" charset="0"/>
                          <a:cs typeface="Calibri" panose="020F0502020204030204" pitchFamily="34" charset="0"/>
                        </a:rPr>
                        <a:t>2000 </a:t>
                      </a:r>
                      <a:endParaRPr lang="en-MY" sz="1600" b="0" i="0">
                        <a:effectLst/>
                        <a:latin typeface="Calibri" panose="020F0502020204030204" pitchFamily="34" charset="0"/>
                        <a:cs typeface="Calibri" panose="020F050202020403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0076963"/>
                  </a:ext>
                </a:extLst>
              </a:tr>
            </a:tbl>
          </a:graphicData>
        </a:graphic>
      </p:graphicFrame>
      <p:sp>
        <p:nvSpPr>
          <p:cNvPr id="6" name="TextBox 5">
            <a:extLst>
              <a:ext uri="{FF2B5EF4-FFF2-40B4-BE49-F238E27FC236}">
                <a16:creationId xmlns:a16="http://schemas.microsoft.com/office/drawing/2014/main" id="{B5472068-7237-E087-72BB-21072B357FE9}"/>
              </a:ext>
            </a:extLst>
          </p:cNvPr>
          <p:cNvSpPr txBox="1"/>
          <p:nvPr/>
        </p:nvSpPr>
        <p:spPr>
          <a:xfrm>
            <a:off x="1558636" y="1839636"/>
            <a:ext cx="9525000" cy="400110"/>
          </a:xfrm>
          <a:prstGeom prst="rect">
            <a:avLst/>
          </a:prstGeom>
          <a:noFill/>
        </p:spPr>
        <p:txBody>
          <a:bodyPr wrap="square">
            <a:spAutoFit/>
          </a:bodyPr>
          <a:lstStyle/>
          <a:p>
            <a:pPr algn="just" rtl="0" fontAlgn="base"/>
            <a:r>
              <a:rPr lang="en-US" sz="2000" b="1" i="0">
                <a:solidFill>
                  <a:schemeClr val="tx1"/>
                </a:solidFill>
                <a:effectLst/>
                <a:latin typeface="Calibri" panose="020F0502020204030204" pitchFamily="34" charset="0"/>
                <a:cs typeface="Calibri" panose="020F0502020204030204" pitchFamily="34" charset="0"/>
              </a:rPr>
              <a:t>List of total scope within the application development: </a:t>
            </a:r>
          </a:p>
        </p:txBody>
      </p:sp>
      <p:sp>
        <p:nvSpPr>
          <p:cNvPr id="8" name="TextBox 7">
            <a:extLst>
              <a:ext uri="{FF2B5EF4-FFF2-40B4-BE49-F238E27FC236}">
                <a16:creationId xmlns:a16="http://schemas.microsoft.com/office/drawing/2014/main" id="{8E8F7E04-9AAC-1826-92B7-1E8EA3BAD759}"/>
              </a:ext>
            </a:extLst>
          </p:cNvPr>
          <p:cNvSpPr txBox="1"/>
          <p:nvPr/>
        </p:nvSpPr>
        <p:spPr>
          <a:xfrm>
            <a:off x="1558636" y="5494414"/>
            <a:ext cx="7833643" cy="954107"/>
          </a:xfrm>
          <a:prstGeom prst="rect">
            <a:avLst/>
          </a:prstGeom>
          <a:noFill/>
        </p:spPr>
        <p:txBody>
          <a:bodyPr wrap="square">
            <a:spAutoFit/>
          </a:bodyPr>
          <a:lstStyle/>
          <a:p>
            <a:pPr marL="285750" indent="-285750" algn="l" rtl="0" fontAlgn="base">
              <a:buFont typeface="Arial" panose="020B0604020202020204" pitchFamily="34" charset="0"/>
              <a:buChar char="•"/>
            </a:pPr>
            <a:r>
              <a:rPr lang="en-US" sz="1400" b="0" i="1">
                <a:solidFill>
                  <a:srgbClr val="C00000"/>
                </a:solidFill>
                <a:effectLst/>
                <a:latin typeface="Calibri" panose="020F0502020204030204" pitchFamily="34" charset="0"/>
                <a:cs typeface="Calibri" panose="020F0502020204030204" pitchFamily="34" charset="0"/>
              </a:rPr>
              <a:t>All network readiness prepared by customer  </a:t>
            </a:r>
          </a:p>
          <a:p>
            <a:pPr marL="285750" indent="-285750" algn="l" rtl="0" fontAlgn="base">
              <a:buFont typeface="Arial" panose="020B0604020202020204" pitchFamily="34" charset="0"/>
              <a:buChar char="•"/>
            </a:pPr>
            <a:r>
              <a:rPr lang="en-US" sz="1400" b="0" i="1">
                <a:solidFill>
                  <a:srgbClr val="C00000"/>
                </a:solidFill>
                <a:effectLst/>
                <a:latin typeface="Calibri" panose="020F0502020204030204" pitchFamily="34" charset="0"/>
                <a:cs typeface="Calibri" panose="020F0502020204030204" pitchFamily="34" charset="0"/>
              </a:rPr>
              <a:t>The setup of VM readiness prepared by customer  </a:t>
            </a:r>
          </a:p>
          <a:p>
            <a:pPr marL="285750" indent="-285750" algn="l" rtl="0" fontAlgn="base">
              <a:buFont typeface="Arial" panose="020B0604020202020204" pitchFamily="34" charset="0"/>
              <a:buChar char="•"/>
            </a:pPr>
            <a:r>
              <a:rPr lang="en-US" sz="1400" b="0" i="1">
                <a:solidFill>
                  <a:srgbClr val="C00000"/>
                </a:solidFill>
                <a:effectLst/>
                <a:latin typeface="Calibri" panose="020F0502020204030204" pitchFamily="34" charset="0"/>
                <a:cs typeface="Calibri" panose="020F0502020204030204" pitchFamily="34" charset="0"/>
              </a:rPr>
              <a:t>There is no additional scope unless agreed by </a:t>
            </a:r>
            <a:r>
              <a:rPr lang="en-US" sz="1400" b="0" i="1" err="1">
                <a:solidFill>
                  <a:srgbClr val="C00000"/>
                </a:solidFill>
                <a:effectLst/>
                <a:latin typeface="Calibri" panose="020F0502020204030204" pitchFamily="34" charset="0"/>
                <a:cs typeface="Calibri" panose="020F0502020204030204" pitchFamily="34" charset="0"/>
              </a:rPr>
              <a:t>Quandatics</a:t>
            </a:r>
            <a:r>
              <a:rPr lang="en-US" sz="1400" b="0" i="1">
                <a:solidFill>
                  <a:srgbClr val="C00000"/>
                </a:solidFill>
                <a:effectLst/>
                <a:latin typeface="Calibri" panose="020F0502020204030204" pitchFamily="34" charset="0"/>
                <a:cs typeface="Calibri" panose="020F0502020204030204" pitchFamily="34" charset="0"/>
              </a:rPr>
              <a:t> team and customer  </a:t>
            </a:r>
          </a:p>
          <a:p>
            <a:pPr marL="285750" indent="-285750" algn="l" rtl="0" fontAlgn="base">
              <a:buFont typeface="Arial" panose="020B0604020202020204" pitchFamily="34" charset="0"/>
              <a:buChar char="•"/>
            </a:pPr>
            <a:r>
              <a:rPr lang="en-US" sz="1400" b="0" i="1">
                <a:solidFill>
                  <a:srgbClr val="C00000"/>
                </a:solidFill>
                <a:effectLst/>
                <a:latin typeface="Calibri" panose="020F0502020204030204" pitchFamily="34" charset="0"/>
                <a:cs typeface="Calibri" panose="020F0502020204030204" pitchFamily="34" charset="0"/>
              </a:rPr>
              <a:t>There is no Load Balancing </a:t>
            </a:r>
          </a:p>
        </p:txBody>
      </p:sp>
    </p:spTree>
    <p:extLst>
      <p:ext uri="{BB962C8B-B14F-4D97-AF65-F5344CB8AC3E}">
        <p14:creationId xmlns:p14="http://schemas.microsoft.com/office/powerpoint/2010/main" val="1338097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D6A03-BAD8-9DA0-E8D2-DA9E89F3CE1C}"/>
            </a:ext>
          </a:extLst>
        </p:cNvPr>
        <p:cNvGrpSpPr/>
        <p:nvPr/>
      </p:nvGrpSpPr>
      <p:grpSpPr>
        <a:xfrm>
          <a:off x="0" y="0"/>
          <a:ext cx="0" cy="0"/>
          <a:chOff x="0" y="0"/>
          <a:chExt cx="0" cy="0"/>
        </a:xfrm>
      </p:grpSpPr>
      <p:sp>
        <p:nvSpPr>
          <p:cNvPr id="2" name="Google Shape;302;p24">
            <a:extLst>
              <a:ext uri="{FF2B5EF4-FFF2-40B4-BE49-F238E27FC236}">
                <a16:creationId xmlns:a16="http://schemas.microsoft.com/office/drawing/2014/main" id="{3F1F4189-EF8B-289D-96D2-3E6A3DFC78E0}"/>
              </a:ext>
            </a:extLst>
          </p:cNvPr>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a:solidFill>
                  <a:schemeClr val="tx1"/>
                </a:solidFill>
                <a:latin typeface="Calibri"/>
                <a:ea typeface="Calibri"/>
                <a:cs typeface="Calibri"/>
                <a:sym typeface="Calibri"/>
              </a:rPr>
              <a:t>Technology Stack</a:t>
            </a:r>
            <a:endParaRPr lang="en-US" sz="1800" b="1" i="0" u="none" strike="noStrike" cap="none">
              <a:solidFill>
                <a:schemeClr val="tx1"/>
              </a:solidFill>
              <a:latin typeface="Calibri"/>
              <a:ea typeface="Calibri"/>
              <a:cs typeface="Calibri"/>
              <a:sym typeface="Calibri"/>
            </a:endParaRPr>
          </a:p>
        </p:txBody>
      </p:sp>
      <p:pic>
        <p:nvPicPr>
          <p:cNvPr id="3" name="Google Shape;303;p24" descr="A black background with a red line&#10;&#10;Description automatically generated with low confidence">
            <a:extLst>
              <a:ext uri="{FF2B5EF4-FFF2-40B4-BE49-F238E27FC236}">
                <a16:creationId xmlns:a16="http://schemas.microsoft.com/office/drawing/2014/main" id="{5BE404B1-BBCE-7F5C-B544-051AA0E9EDAC}"/>
              </a:ext>
            </a:extLst>
          </p:cNvPr>
          <p:cNvPicPr preferRelativeResize="0"/>
          <p:nvPr/>
        </p:nvPicPr>
        <p:blipFill rotWithShape="1">
          <a:blip r:embed="rId2">
            <a:alphaModFix/>
          </a:blip>
          <a:srcRect l="28820" t="48393" r="30588" b="49874"/>
          <a:stretch/>
        </p:blipFill>
        <p:spPr>
          <a:xfrm>
            <a:off x="4235220" y="1075066"/>
            <a:ext cx="3365101" cy="98983"/>
          </a:xfrm>
          <a:prstGeom prst="rect">
            <a:avLst/>
          </a:prstGeom>
          <a:noFill/>
          <a:ln>
            <a:noFill/>
          </a:ln>
        </p:spPr>
      </p:pic>
      <p:graphicFrame>
        <p:nvGraphicFramePr>
          <p:cNvPr id="4" name="Table 3">
            <a:extLst>
              <a:ext uri="{FF2B5EF4-FFF2-40B4-BE49-F238E27FC236}">
                <a16:creationId xmlns:a16="http://schemas.microsoft.com/office/drawing/2014/main" id="{27CE8D91-F878-1077-3F15-5AC0AB324625}"/>
              </a:ext>
            </a:extLst>
          </p:cNvPr>
          <p:cNvGraphicFramePr>
            <a:graphicFrameLocks noGrp="1"/>
          </p:cNvGraphicFramePr>
          <p:nvPr>
            <p:extLst>
              <p:ext uri="{D42A27DB-BD31-4B8C-83A1-F6EECF244321}">
                <p14:modId xmlns:p14="http://schemas.microsoft.com/office/powerpoint/2010/main" val="107289997"/>
              </p:ext>
            </p:extLst>
          </p:nvPr>
        </p:nvGraphicFramePr>
        <p:xfrm>
          <a:off x="1735063" y="1961819"/>
          <a:ext cx="8721873" cy="3736285"/>
        </p:xfrm>
        <a:graphic>
          <a:graphicData uri="http://schemas.openxmlformats.org/drawingml/2006/table">
            <a:tbl>
              <a:tblPr/>
              <a:tblGrid>
                <a:gridCol w="3832961">
                  <a:extLst>
                    <a:ext uri="{9D8B030D-6E8A-4147-A177-3AD203B41FA5}">
                      <a16:colId xmlns:a16="http://schemas.microsoft.com/office/drawing/2014/main" val="704646191"/>
                    </a:ext>
                  </a:extLst>
                </a:gridCol>
                <a:gridCol w="4888912">
                  <a:extLst>
                    <a:ext uri="{9D8B030D-6E8A-4147-A177-3AD203B41FA5}">
                      <a16:colId xmlns:a16="http://schemas.microsoft.com/office/drawing/2014/main" val="873770530"/>
                    </a:ext>
                  </a:extLst>
                </a:gridCol>
              </a:tblGrid>
              <a:tr h="509480">
                <a:tc>
                  <a:txBody>
                    <a:bodyPr/>
                    <a:lstStyle/>
                    <a:p>
                      <a:pPr algn="ctr" rtl="0" fontAlgn="base"/>
                      <a:r>
                        <a:rPr lang="en-MY" sz="1400" b="1" i="0">
                          <a:effectLst/>
                        </a:rPr>
                        <a:t>Requirement</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solidFill>
                  </a:tcPr>
                </a:tc>
                <a:tc>
                  <a:txBody>
                    <a:bodyPr/>
                    <a:lstStyle/>
                    <a:p>
                      <a:pPr algn="ctr" rtl="0" fontAlgn="base"/>
                      <a:r>
                        <a:rPr lang="en-MY" b="1" i="0">
                          <a:effectLst/>
                        </a:rPr>
                        <a:t>Technology Stack</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solidFill>
                  </a:tcPr>
                </a:tc>
                <a:extLst>
                  <a:ext uri="{0D108BD9-81ED-4DB2-BD59-A6C34878D82A}">
                    <a16:rowId xmlns:a16="http://schemas.microsoft.com/office/drawing/2014/main" val="563453201"/>
                  </a:ext>
                </a:extLst>
              </a:tr>
              <a:tr h="509480">
                <a:tc>
                  <a:txBody>
                    <a:bodyPr/>
                    <a:lstStyle/>
                    <a:p>
                      <a:pPr algn="l" rtl="0" fontAlgn="base"/>
                      <a:r>
                        <a:rPr lang="en-MY" sz="1400" b="0" i="0">
                          <a:solidFill>
                            <a:srgbClr val="000000"/>
                          </a:solidFill>
                          <a:effectLst/>
                          <a:latin typeface="Arial" panose="020B0604020202020204" pitchFamily="34" charset="0"/>
                        </a:rPr>
                        <a:t>Front end framework </a:t>
                      </a:r>
                      <a:endParaRPr lang="en-MY" sz="1400"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r>
                        <a:rPr lang="en-MY" sz="1400" b="0" i="0">
                          <a:solidFill>
                            <a:srgbClr val="000000"/>
                          </a:solidFill>
                          <a:effectLst/>
                          <a:latin typeface="Arial" panose="020B0604020202020204" pitchFamily="34" charset="0"/>
                        </a:rPr>
                        <a:t>ReactJS Hook </a:t>
                      </a:r>
                      <a:endParaRPr lang="en-MY"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6470192"/>
                  </a:ext>
                </a:extLst>
              </a:tr>
              <a:tr h="509480">
                <a:tc>
                  <a:txBody>
                    <a:bodyPr/>
                    <a:lstStyle/>
                    <a:p>
                      <a:pPr algn="l" rtl="0" fontAlgn="base"/>
                      <a:r>
                        <a:rPr lang="en-MY" sz="1400" b="0" i="0">
                          <a:solidFill>
                            <a:srgbClr val="000000"/>
                          </a:solidFill>
                          <a:effectLst/>
                          <a:latin typeface="Arial" panose="020B0604020202020204" pitchFamily="34" charset="0"/>
                        </a:rPr>
                        <a:t>Back end/Webservice framework </a:t>
                      </a:r>
                      <a:endParaRPr lang="en-MY" sz="1400"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r>
                        <a:rPr lang="en-MY" sz="1400" b="0" i="0">
                          <a:solidFill>
                            <a:srgbClr val="000000"/>
                          </a:solidFill>
                          <a:effectLst/>
                          <a:latin typeface="Arial" panose="020B0604020202020204" pitchFamily="34" charset="0"/>
                        </a:rPr>
                        <a:t>PHP Laravel </a:t>
                      </a:r>
                      <a:endParaRPr lang="en-MY"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8417745"/>
                  </a:ext>
                </a:extLst>
              </a:tr>
              <a:tr h="679405">
                <a:tc>
                  <a:txBody>
                    <a:bodyPr/>
                    <a:lstStyle/>
                    <a:p>
                      <a:pPr algn="l" rtl="0" fontAlgn="base"/>
                      <a:r>
                        <a:rPr lang="en-MY" sz="1400" b="0" i="0">
                          <a:effectLst/>
                          <a:latin typeface="Arial" panose="020B0604020202020204" pitchFamily="34" charset="0"/>
                        </a:rPr>
                        <a:t>API Architecture </a:t>
                      </a:r>
                      <a:endParaRPr lang="en-MY" sz="1400" b="0" i="0">
                        <a:effectLst/>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285750" indent="-285750" algn="l" rtl="0" fontAlgn="base">
                        <a:buFont typeface="Arial" panose="020B0604020202020204" pitchFamily="34" charset="0"/>
                        <a:buChar char="•"/>
                      </a:pPr>
                      <a:r>
                        <a:rPr lang="en-MY" sz="1400" b="0" i="0">
                          <a:effectLst/>
                          <a:latin typeface="Arial" panose="020B0604020202020204" pitchFamily="34" charset="0"/>
                        </a:rPr>
                        <a:t>Comply to OAS standards</a:t>
                      </a:r>
                    </a:p>
                    <a:p>
                      <a:pPr marL="285750" indent="-285750" algn="l" rtl="0" fontAlgn="base">
                        <a:buFont typeface="Arial" panose="020B0604020202020204" pitchFamily="34" charset="0"/>
                        <a:buChar char="•"/>
                      </a:pPr>
                      <a:r>
                        <a:rPr lang="en-MY" sz="1400" b="0" i="0">
                          <a:effectLst/>
                          <a:latin typeface="Arial" panose="020B0604020202020204" pitchFamily="34" charset="0"/>
                        </a:rPr>
                        <a:t>HTTP RESTful principles with JSON format  </a:t>
                      </a:r>
                      <a:endParaRPr lang="en-MY" b="0" i="0">
                        <a:effectLst/>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4522550"/>
                  </a:ext>
                </a:extLst>
              </a:tr>
              <a:tr h="509480">
                <a:tc>
                  <a:txBody>
                    <a:bodyPr/>
                    <a:lstStyle/>
                    <a:p>
                      <a:pPr algn="l" rtl="0" fontAlgn="base"/>
                      <a:r>
                        <a:rPr lang="en-MY" sz="1400" b="0" i="0">
                          <a:solidFill>
                            <a:srgbClr val="000000"/>
                          </a:solidFill>
                          <a:effectLst/>
                          <a:latin typeface="Arial" panose="020B0604020202020204" pitchFamily="34" charset="0"/>
                        </a:rPr>
                        <a:t>Search processing </a:t>
                      </a:r>
                      <a:endParaRPr lang="en-MY" sz="1400" b="0" i="0">
                        <a:effectLst/>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r>
                        <a:rPr lang="en-US" sz="1400" b="0" i="0" err="1">
                          <a:solidFill>
                            <a:srgbClr val="000000"/>
                          </a:solidFill>
                          <a:effectLst/>
                          <a:latin typeface="Arial" panose="020B0604020202020204" pitchFamily="34" charset="0"/>
                        </a:rPr>
                        <a:t>Meilisearch</a:t>
                      </a:r>
                      <a:r>
                        <a:rPr lang="en-US" sz="1400" b="0" i="0">
                          <a:solidFill>
                            <a:srgbClr val="000000"/>
                          </a:solidFill>
                          <a:effectLst/>
                          <a:latin typeface="Arial" panose="020B0604020202020204" pitchFamily="34" charset="0"/>
                        </a:rPr>
                        <a:t> </a:t>
                      </a:r>
                      <a:endParaRPr lang="en-MY" b="0" i="0">
                        <a:effectLst/>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6061866"/>
                  </a:ext>
                </a:extLst>
              </a:tr>
              <a:tr h="509480">
                <a:tc>
                  <a:txBody>
                    <a:bodyPr/>
                    <a:lstStyle/>
                    <a:p>
                      <a:pPr algn="l" rtl="0" fontAlgn="base"/>
                      <a:r>
                        <a:rPr lang="en-MY" sz="1400" b="0" i="0">
                          <a:solidFill>
                            <a:srgbClr val="000000"/>
                          </a:solidFill>
                          <a:effectLst/>
                          <a:latin typeface="Arial" panose="020B0604020202020204" pitchFamily="34" charset="0"/>
                        </a:rPr>
                        <a:t>Database </a:t>
                      </a:r>
                      <a:endParaRPr lang="en-MY" sz="1400"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r>
                        <a:rPr lang="en-MY" sz="1400" b="0" i="0">
                          <a:solidFill>
                            <a:srgbClr val="000000"/>
                          </a:solidFill>
                          <a:effectLst/>
                          <a:latin typeface="Arial" panose="020B0604020202020204" pitchFamily="34" charset="0"/>
                        </a:rPr>
                        <a:t>MySQL 8.0/MariaDB </a:t>
                      </a:r>
                      <a:endParaRPr lang="en-MY"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9709681"/>
                  </a:ext>
                </a:extLst>
              </a:tr>
              <a:tr h="509480">
                <a:tc>
                  <a:txBody>
                    <a:bodyPr/>
                    <a:lstStyle/>
                    <a:p>
                      <a:pPr algn="l" rtl="0" fontAlgn="base"/>
                      <a:r>
                        <a:rPr lang="en-MY" sz="1400" b="0" i="0">
                          <a:solidFill>
                            <a:srgbClr val="000000"/>
                          </a:solidFill>
                          <a:effectLst/>
                          <a:latin typeface="Arial" panose="020B0604020202020204" pitchFamily="34" charset="0"/>
                        </a:rPr>
                        <a:t>VM OS </a:t>
                      </a:r>
                      <a:endParaRPr lang="en-MY" sz="1400"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r>
                        <a:rPr lang="en-MY" sz="1400" b="0" i="0">
                          <a:solidFill>
                            <a:srgbClr val="000000"/>
                          </a:solidFill>
                          <a:effectLst/>
                          <a:latin typeface="Arial" panose="020B0604020202020204" pitchFamily="34" charset="0"/>
                        </a:rPr>
                        <a:t>RHEL 9.x </a:t>
                      </a:r>
                      <a:endParaRPr lang="en-MY"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7928418"/>
                  </a:ext>
                </a:extLst>
              </a:tr>
            </a:tbl>
          </a:graphicData>
        </a:graphic>
      </p:graphicFrame>
    </p:spTree>
    <p:extLst>
      <p:ext uri="{BB962C8B-B14F-4D97-AF65-F5344CB8AC3E}">
        <p14:creationId xmlns:p14="http://schemas.microsoft.com/office/powerpoint/2010/main" val="217536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 name="Picture 1">
            <a:extLst>
              <a:ext uri="{FF2B5EF4-FFF2-40B4-BE49-F238E27FC236}">
                <a16:creationId xmlns:a16="http://schemas.microsoft.com/office/drawing/2014/main" id="{E19A37FE-CA37-980D-FC50-26D2E1164D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316" y="391886"/>
            <a:ext cx="10767368" cy="6243855"/>
          </a:xfrm>
          <a:prstGeom prst="rect">
            <a:avLst/>
          </a:prstGeom>
          <a:noFill/>
          <a:ln>
            <a:noFill/>
          </a:ln>
        </p:spPr>
      </p:pic>
    </p:spTree>
    <p:extLst>
      <p:ext uri="{BB962C8B-B14F-4D97-AF65-F5344CB8AC3E}">
        <p14:creationId xmlns:p14="http://schemas.microsoft.com/office/powerpoint/2010/main" val="1438209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Design and Development of a Data Lake Platform</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pic>
        <p:nvPicPr>
          <p:cNvPr id="2" name="Picture 1" descr="A diagram of a data processing process&#10;&#10;Description automatically generated">
            <a:extLst>
              <a:ext uri="{FF2B5EF4-FFF2-40B4-BE49-F238E27FC236}">
                <a16:creationId xmlns:a16="http://schemas.microsoft.com/office/drawing/2014/main" id="{CA1B4A29-1571-21CB-0C6F-025093093E7B}"/>
              </a:ext>
            </a:extLst>
          </p:cNvPr>
          <p:cNvPicPr>
            <a:picLocks noChangeAspect="1"/>
          </p:cNvPicPr>
          <p:nvPr/>
        </p:nvPicPr>
        <p:blipFill>
          <a:blip r:embed="rId4"/>
          <a:stretch>
            <a:fillRect/>
          </a:stretch>
        </p:blipFill>
        <p:spPr>
          <a:xfrm>
            <a:off x="1458993" y="1296232"/>
            <a:ext cx="9274014" cy="5505953"/>
          </a:xfrm>
          <a:prstGeom prst="rect">
            <a:avLst/>
          </a:prstGeom>
          <a:ln>
            <a:noFill/>
          </a:ln>
        </p:spPr>
      </p:pic>
    </p:spTree>
    <p:extLst>
      <p:ext uri="{BB962C8B-B14F-4D97-AF65-F5344CB8AC3E}">
        <p14:creationId xmlns:p14="http://schemas.microsoft.com/office/powerpoint/2010/main" val="4215885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Metadata-Driven Ingestion Framework</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sp>
        <p:nvSpPr>
          <p:cNvPr id="3" name="Google Shape;302;p24">
            <a:extLst>
              <a:ext uri="{FF2B5EF4-FFF2-40B4-BE49-F238E27FC236}">
                <a16:creationId xmlns:a16="http://schemas.microsoft.com/office/drawing/2014/main" id="{C356E9A9-9DEF-78ED-F104-57AB915A9600}"/>
              </a:ext>
            </a:extLst>
          </p:cNvPr>
          <p:cNvSpPr txBox="1"/>
          <p:nvPr/>
        </p:nvSpPr>
        <p:spPr>
          <a:xfrm>
            <a:off x="957943" y="1611086"/>
            <a:ext cx="10276115" cy="5065486"/>
          </a:xfrm>
          <a:prstGeom prst="rect">
            <a:avLst/>
          </a:prstGeom>
          <a:noFill/>
          <a:ln>
            <a:noFill/>
          </a:ln>
        </p:spPr>
        <p:txBody>
          <a:bodyPr spcFirstLastPara="1" wrap="square" lIns="91425" tIns="45700" rIns="91425" bIns="45700" anchor="t" anchorCtr="0">
            <a:normAutofit/>
          </a:bodyPr>
          <a:lstStyle/>
          <a:p>
            <a:pPr marR="0" lvl="0" rtl="0">
              <a:lnSpc>
                <a:spcPct val="150000"/>
              </a:lnSpc>
              <a:spcBef>
                <a:spcPts val="0"/>
              </a:spcBef>
              <a:spcAft>
                <a:spcPts val="0"/>
              </a:spcAft>
              <a:buClr>
                <a:srgbClr val="595959"/>
              </a:buClr>
              <a:buSzPts val="3800"/>
            </a:pPr>
            <a:r>
              <a:rPr lang="en-US" sz="2400" i="0" u="none" strike="noStrike" cap="none">
                <a:solidFill>
                  <a:schemeClr val="tx1"/>
                </a:solidFill>
                <a:latin typeface="Calibri"/>
                <a:ea typeface="Calibri"/>
                <a:cs typeface="Calibri"/>
                <a:sym typeface="Calibri"/>
              </a:rPr>
              <a:t>A robust Metadata-Driven Ingestion Framework will be developed to automate and streamline data ingestion into the Data Lake. The framework will feature:</a:t>
            </a:r>
          </a:p>
          <a:p>
            <a:pPr marL="457200" marR="0" lvl="0" indent="-457200" rtl="0">
              <a:lnSpc>
                <a:spcPct val="150000"/>
              </a:lnSpc>
              <a:spcBef>
                <a:spcPts val="0"/>
              </a:spcBef>
              <a:spcAft>
                <a:spcPts val="0"/>
              </a:spcAft>
              <a:buClr>
                <a:srgbClr val="595959"/>
              </a:buClr>
              <a:buSzPts val="3800"/>
              <a:buFont typeface="Arial" panose="020B0604020202020204" pitchFamily="34" charset="0"/>
              <a:buChar char="•"/>
            </a:pPr>
            <a:endParaRPr lang="en-US" sz="2400" i="0" u="none" strike="noStrike" cap="none">
              <a:solidFill>
                <a:schemeClr val="tx1"/>
              </a:solidFill>
              <a:latin typeface="Calibri"/>
              <a:ea typeface="Calibri"/>
              <a:cs typeface="Calibri"/>
              <a:sym typeface="Calibri"/>
            </a:endParaRPr>
          </a:p>
          <a:p>
            <a:pPr marL="457200" marR="0" lvl="0" indent="-457200" rtl="0">
              <a:lnSpc>
                <a:spcPct val="15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Dynamic table ingestion based on metadata.</a:t>
            </a:r>
          </a:p>
          <a:p>
            <a:pPr marL="457200" marR="0" lvl="0" indent="-457200" rtl="0">
              <a:lnSpc>
                <a:spcPct val="15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Comprehensive logging to monitor ingestion status and track errors.</a:t>
            </a:r>
          </a:p>
          <a:p>
            <a:pPr marL="457200" marR="0" lvl="0" indent="-457200" rtl="0">
              <a:lnSpc>
                <a:spcPct val="15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Support for re-running table ingestion from the last point of failure.</a:t>
            </a:r>
          </a:p>
          <a:p>
            <a:pPr marL="457200" marR="0" lvl="0" indent="-457200" rtl="0">
              <a:lnSpc>
                <a:spcPct val="150000"/>
              </a:lnSpc>
              <a:spcBef>
                <a:spcPts val="0"/>
              </a:spcBef>
              <a:spcAft>
                <a:spcPts val="0"/>
              </a:spcAft>
              <a:buClr>
                <a:srgbClr val="595959"/>
              </a:buClr>
              <a:buSzPts val="3800"/>
              <a:buFont typeface="Arial" panose="020B0604020202020204" pitchFamily="34" charset="0"/>
              <a:buChar char="•"/>
            </a:pPr>
            <a:r>
              <a:rPr lang="en-US" sz="2400" i="0" u="none" strike="noStrike" cap="none">
                <a:solidFill>
                  <a:schemeClr val="tx1"/>
                </a:solidFill>
                <a:latin typeface="Calibri"/>
                <a:ea typeface="Calibri"/>
                <a:cs typeface="Calibri"/>
                <a:sym typeface="Calibri"/>
              </a:rPr>
              <a:t>The ability to apply transformation rules during ingestion.</a:t>
            </a:r>
          </a:p>
        </p:txBody>
      </p:sp>
    </p:spTree>
    <p:extLst>
      <p:ext uri="{BB962C8B-B14F-4D97-AF65-F5344CB8AC3E}">
        <p14:creationId xmlns:p14="http://schemas.microsoft.com/office/powerpoint/2010/main" val="2248979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Data Quality Framework</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pic>
        <p:nvPicPr>
          <p:cNvPr id="2" name="Picture 1">
            <a:extLst>
              <a:ext uri="{FF2B5EF4-FFF2-40B4-BE49-F238E27FC236}">
                <a16:creationId xmlns:a16="http://schemas.microsoft.com/office/drawing/2014/main" id="{B7343E94-058C-B9EE-4989-8E07272DFB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16953" y="1364114"/>
            <a:ext cx="8158094" cy="5377995"/>
          </a:xfrm>
          <a:prstGeom prst="rect">
            <a:avLst/>
          </a:prstGeom>
          <a:ln>
            <a:noFill/>
          </a:ln>
        </p:spPr>
      </p:pic>
    </p:spTree>
    <p:extLst>
      <p:ext uri="{BB962C8B-B14F-4D97-AF65-F5344CB8AC3E}">
        <p14:creationId xmlns:p14="http://schemas.microsoft.com/office/powerpoint/2010/main" val="1545789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 name="Picture 1">
            <a:extLst>
              <a:ext uri="{FF2B5EF4-FFF2-40B4-BE49-F238E27FC236}">
                <a16:creationId xmlns:a16="http://schemas.microsoft.com/office/drawing/2014/main" id="{E19A37FE-CA37-980D-FC50-26D2E1164D50}"/>
              </a:ext>
            </a:extLst>
          </p:cNvPr>
          <p:cNvPicPr>
            <a:picLocks noChangeAspect="1"/>
          </p:cNvPicPr>
          <p:nvPr/>
        </p:nvPicPr>
        <p:blipFill>
          <a:blip r:embed="rId3"/>
          <a:srcRect/>
          <a:stretch/>
        </p:blipFill>
        <p:spPr>
          <a:xfrm>
            <a:off x="760343" y="391886"/>
            <a:ext cx="10671315" cy="6243855"/>
          </a:xfrm>
          <a:prstGeom prst="rect">
            <a:avLst/>
          </a:prstGeom>
          <a:noFill/>
          <a:ln>
            <a:noFill/>
          </a:ln>
        </p:spPr>
      </p:pic>
    </p:spTree>
    <p:extLst>
      <p:ext uri="{BB962C8B-B14F-4D97-AF65-F5344CB8AC3E}">
        <p14:creationId xmlns:p14="http://schemas.microsoft.com/office/powerpoint/2010/main" val="3046745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Proposed Technology</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pic>
        <p:nvPicPr>
          <p:cNvPr id="2" name="Picture 1" descr="A red circle with white text&#10;&#10;Description automatically generated">
            <a:extLst>
              <a:ext uri="{FF2B5EF4-FFF2-40B4-BE49-F238E27FC236}">
                <a16:creationId xmlns:a16="http://schemas.microsoft.com/office/drawing/2014/main" id="{EBCADFDA-49F3-3E71-156F-071C3A866E62}"/>
              </a:ext>
            </a:extLst>
          </p:cNvPr>
          <p:cNvPicPr>
            <a:picLocks noChangeAspect="1"/>
          </p:cNvPicPr>
          <p:nvPr/>
        </p:nvPicPr>
        <p:blipFill>
          <a:blip r:embed="rId4"/>
          <a:stretch>
            <a:fillRect/>
          </a:stretch>
        </p:blipFill>
        <p:spPr>
          <a:xfrm>
            <a:off x="1252096" y="1422492"/>
            <a:ext cx="1500956" cy="1500952"/>
          </a:xfrm>
          <a:prstGeom prst="rect">
            <a:avLst/>
          </a:prstGeom>
        </p:spPr>
      </p:pic>
      <p:sp>
        <p:nvSpPr>
          <p:cNvPr id="4" name="TextBox 3">
            <a:extLst>
              <a:ext uri="{FF2B5EF4-FFF2-40B4-BE49-F238E27FC236}">
                <a16:creationId xmlns:a16="http://schemas.microsoft.com/office/drawing/2014/main" id="{EFCB37D8-F86C-86F4-1FC8-4B9543680538}"/>
              </a:ext>
            </a:extLst>
          </p:cNvPr>
          <p:cNvSpPr txBox="1"/>
          <p:nvPr/>
        </p:nvSpPr>
        <p:spPr>
          <a:xfrm>
            <a:off x="393431" y="3024472"/>
            <a:ext cx="3218287" cy="3108543"/>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End-to-end Data Management Platform</a:t>
            </a:r>
          </a:p>
          <a:p>
            <a:pPr marL="0" marR="0" lvl="0" indent="0" algn="ctr" rtl="0">
              <a:lnSpc>
                <a:spcPct val="100000"/>
              </a:lnSpc>
              <a:spcBef>
                <a:spcPts val="0"/>
              </a:spcBef>
              <a:spcAft>
                <a:spcPts val="0"/>
              </a:spcAft>
              <a:buClr>
                <a:srgbClr val="000000"/>
              </a:buClr>
              <a:buSzPts val="2000"/>
              <a:buFont typeface="Arial"/>
              <a:buNone/>
            </a:pPr>
            <a:endParaRPr lang="en-US" sz="16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20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Open connectivity integration</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20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Data filtering, cleansing and quality management</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20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Layered transformation serving diverse needs</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20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Maximize automation</a:t>
            </a:r>
            <a:endParaRPr lang="en-MY" sz="2000" b="1">
              <a:latin typeface="Calibri" panose="020F0502020204030204" pitchFamily="34" charset="0"/>
              <a:ea typeface="Calibri" panose="020F0502020204030204" pitchFamily="34" charset="0"/>
              <a:cs typeface="Calibri" panose="020F0502020204030204" pitchFamily="34" charset="0"/>
            </a:endParaRPr>
          </a:p>
        </p:txBody>
      </p:sp>
      <p:cxnSp>
        <p:nvCxnSpPr>
          <p:cNvPr id="5" name="Straight Connector 4">
            <a:extLst>
              <a:ext uri="{FF2B5EF4-FFF2-40B4-BE49-F238E27FC236}">
                <a16:creationId xmlns:a16="http://schemas.microsoft.com/office/drawing/2014/main" id="{8BB81885-00CD-5C6D-42D5-3E140406CFC0}"/>
              </a:ext>
            </a:extLst>
          </p:cNvPr>
          <p:cNvCxnSpPr>
            <a:cxnSpLocks/>
          </p:cNvCxnSpPr>
          <p:nvPr/>
        </p:nvCxnSpPr>
        <p:spPr>
          <a:xfrm flipV="1">
            <a:off x="4005149" y="1435776"/>
            <a:ext cx="0" cy="5188005"/>
          </a:xfrm>
          <a:prstGeom prst="line">
            <a:avLst/>
          </a:prstGeom>
          <a:ln>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60AC108-C1F7-2383-5527-A1E42080BD0E}"/>
              </a:ext>
            </a:extLst>
          </p:cNvPr>
          <p:cNvSpPr txBox="1"/>
          <p:nvPr/>
        </p:nvSpPr>
        <p:spPr>
          <a:xfrm>
            <a:off x="4398580" y="3024472"/>
            <a:ext cx="3218287" cy="3108543"/>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O</a:t>
            </a:r>
            <a:r>
              <a:rPr lang="en-US" sz="2000" b="1"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pen-Source </a:t>
            </a:r>
            <a:r>
              <a:rPr lang="en-US" sz="2000" b="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R</a:t>
            </a:r>
            <a:r>
              <a:rPr lang="en-US" sz="2000" b="1"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elational Database </a:t>
            </a:r>
            <a:r>
              <a:rPr lang="en-US" sz="2000" b="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M</a:t>
            </a:r>
            <a:r>
              <a:rPr lang="en-US" sz="2000" b="1"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anagement </a:t>
            </a:r>
            <a:r>
              <a:rPr lang="en-US" sz="2000" b="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S</a:t>
            </a:r>
            <a:r>
              <a:rPr lang="en-US" sz="2000" b="1"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ystem (RDBMS)</a:t>
            </a:r>
          </a:p>
          <a:p>
            <a:pPr marL="0" marR="0" lvl="0" indent="0" algn="ctr" rtl="0">
              <a:lnSpc>
                <a:spcPct val="100000"/>
              </a:lnSpc>
              <a:spcBef>
                <a:spcPts val="0"/>
              </a:spcBef>
              <a:spcAft>
                <a:spcPts val="0"/>
              </a:spcAft>
              <a:buClr>
                <a:srgbClr val="000000"/>
              </a:buClr>
              <a:buSzPts val="2000"/>
              <a:buFont typeface="Arial"/>
              <a:buNone/>
            </a:pPr>
            <a:endParaRPr lang="en-US" sz="16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20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Open-source and Cost-effective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20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Comprehensive Security Features</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20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Cross-platform and Integration Ready</a:t>
            </a:r>
            <a:endParaRPr lang="en-MY" sz="2000" b="1">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B64C2E9A-22F0-FA72-0A33-6C7E4E5E212C}"/>
              </a:ext>
            </a:extLst>
          </p:cNvPr>
          <p:cNvSpPr txBox="1"/>
          <p:nvPr/>
        </p:nvSpPr>
        <p:spPr>
          <a:xfrm>
            <a:off x="8492208" y="3024472"/>
            <a:ext cx="3218287" cy="3108543"/>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O</a:t>
            </a:r>
            <a:r>
              <a:rPr lang="en-US" sz="2000" b="1"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pen-Source </a:t>
            </a:r>
            <a:r>
              <a:rPr lang="en-US" sz="2000" b="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D</a:t>
            </a:r>
            <a:r>
              <a:rPr lang="en-US" sz="2000" b="1"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ata </a:t>
            </a:r>
            <a:r>
              <a:rPr lang="en-US" sz="2000" b="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G</a:t>
            </a:r>
            <a:r>
              <a:rPr lang="en-US" sz="2000" b="1"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overnance Tool</a:t>
            </a:r>
          </a:p>
          <a:p>
            <a:pPr marL="0" marR="0" lvl="0" indent="0" algn="ctr" rtl="0">
              <a:lnSpc>
                <a:spcPct val="100000"/>
              </a:lnSpc>
              <a:spcBef>
                <a:spcPts val="0"/>
              </a:spcBef>
              <a:spcAft>
                <a:spcPts val="0"/>
              </a:spcAft>
              <a:buClr>
                <a:srgbClr val="000000"/>
              </a:buClr>
              <a:buSzPts val="2000"/>
              <a:buFont typeface="Arial"/>
              <a:buNone/>
            </a:pPr>
            <a:endParaRPr lang="en-US" sz="16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20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Open-Source and Extensible Architecture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20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Seamless Integration with Modern Data Ecosystems</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2000" b="0" i="0" u="none" strike="noStrike" cap="none">
                <a:solidFill>
                  <a:srgbClr val="595959"/>
                </a:solidFill>
                <a:latin typeface="Calibri" panose="020F0502020204030204" pitchFamily="34" charset="0"/>
                <a:ea typeface="Calibri" panose="020F0502020204030204" pitchFamily="34" charset="0"/>
                <a:cs typeface="Calibri" panose="020F0502020204030204" pitchFamily="34" charset="0"/>
                <a:sym typeface="Calibri"/>
              </a:rPr>
              <a:t>Centralized Data Discovery and Governance</a:t>
            </a:r>
          </a:p>
        </p:txBody>
      </p:sp>
      <p:cxnSp>
        <p:nvCxnSpPr>
          <p:cNvPr id="11" name="Straight Connector 10">
            <a:extLst>
              <a:ext uri="{FF2B5EF4-FFF2-40B4-BE49-F238E27FC236}">
                <a16:creationId xmlns:a16="http://schemas.microsoft.com/office/drawing/2014/main" id="{4A046844-281A-51EA-56E5-90A7FD1A8402}"/>
              </a:ext>
            </a:extLst>
          </p:cNvPr>
          <p:cNvCxnSpPr>
            <a:cxnSpLocks/>
          </p:cNvCxnSpPr>
          <p:nvPr/>
        </p:nvCxnSpPr>
        <p:spPr>
          <a:xfrm flipV="1">
            <a:off x="8010298" y="1435776"/>
            <a:ext cx="0" cy="5188005"/>
          </a:xfrm>
          <a:prstGeom prst="line">
            <a:avLst/>
          </a:prstGeom>
          <a:ln>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pic>
        <p:nvPicPr>
          <p:cNvPr id="12" name="Google Shape;453;p29" descr="A logo of a purple cylinder with a white m&#10;&#10;Description automatically generated">
            <a:extLst>
              <a:ext uri="{FF2B5EF4-FFF2-40B4-BE49-F238E27FC236}">
                <a16:creationId xmlns:a16="http://schemas.microsoft.com/office/drawing/2014/main" id="{31FC5D67-F276-4508-778A-3905B6A53368}"/>
              </a:ext>
            </a:extLst>
          </p:cNvPr>
          <p:cNvPicPr/>
          <p:nvPr/>
        </p:nvPicPr>
        <p:blipFill rotWithShape="1">
          <a:blip r:embed="rId5"/>
          <a:srcRect/>
          <a:stretch/>
        </p:blipFill>
        <p:spPr>
          <a:xfrm>
            <a:off x="9490186" y="1561803"/>
            <a:ext cx="1222331" cy="1222331"/>
          </a:xfrm>
          <a:prstGeom prst="rect">
            <a:avLst/>
          </a:prstGeom>
          <a:noFill/>
          <a:ln>
            <a:noFill/>
          </a:ln>
        </p:spPr>
      </p:pic>
      <p:pic>
        <p:nvPicPr>
          <p:cNvPr id="13" name="Picture 12" descr="A dolphin and text on a black background&#10;&#10;Description automatically generated">
            <a:extLst>
              <a:ext uri="{FF2B5EF4-FFF2-40B4-BE49-F238E27FC236}">
                <a16:creationId xmlns:a16="http://schemas.microsoft.com/office/drawing/2014/main" id="{B79E4EAC-3D29-15B9-114B-435221B6BAF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77974" y="1400656"/>
            <a:ext cx="2059498" cy="1544624"/>
          </a:xfrm>
          <a:prstGeom prst="rect">
            <a:avLst/>
          </a:prstGeom>
        </p:spPr>
      </p:pic>
    </p:spTree>
    <p:extLst>
      <p:ext uri="{BB962C8B-B14F-4D97-AF65-F5344CB8AC3E}">
        <p14:creationId xmlns:p14="http://schemas.microsoft.com/office/powerpoint/2010/main" val="1354473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Physical Architecture</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pic>
        <p:nvPicPr>
          <p:cNvPr id="2" name="Picture 1">
            <a:extLst>
              <a:ext uri="{FF2B5EF4-FFF2-40B4-BE49-F238E27FC236}">
                <a16:creationId xmlns:a16="http://schemas.microsoft.com/office/drawing/2014/main" id="{6BBA72D1-44CF-2E9B-D6ED-2A5ED91170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2414361" y="1382394"/>
            <a:ext cx="7363279" cy="5262051"/>
          </a:xfrm>
          <a:prstGeom prst="rect">
            <a:avLst/>
          </a:prstGeom>
          <a:noFill/>
          <a:ln>
            <a:solidFill>
              <a:schemeClr val="tx1"/>
            </a:solidFill>
          </a:ln>
        </p:spPr>
      </p:pic>
    </p:spTree>
    <p:extLst>
      <p:ext uri="{BB962C8B-B14F-4D97-AF65-F5344CB8AC3E}">
        <p14:creationId xmlns:p14="http://schemas.microsoft.com/office/powerpoint/2010/main" val="388335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Project Implementation Plan</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graphicFrame>
        <p:nvGraphicFramePr>
          <p:cNvPr id="4" name="Diagram 3">
            <a:extLst>
              <a:ext uri="{FF2B5EF4-FFF2-40B4-BE49-F238E27FC236}">
                <a16:creationId xmlns:a16="http://schemas.microsoft.com/office/drawing/2014/main" id="{7AD90840-0BD5-18CF-0AEE-83460CDAC13F}"/>
              </a:ext>
            </a:extLst>
          </p:cNvPr>
          <p:cNvGraphicFramePr/>
          <p:nvPr>
            <p:extLst>
              <p:ext uri="{D42A27DB-BD31-4B8C-83A1-F6EECF244321}">
                <p14:modId xmlns:p14="http://schemas.microsoft.com/office/powerpoint/2010/main" val="967705089"/>
              </p:ext>
            </p:extLst>
          </p:nvPr>
        </p:nvGraphicFramePr>
        <p:xfrm>
          <a:off x="160650" y="1357065"/>
          <a:ext cx="11870701" cy="41438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Curved Down Arrow 1844457845">
            <a:extLst>
              <a:ext uri="{FF2B5EF4-FFF2-40B4-BE49-F238E27FC236}">
                <a16:creationId xmlns:a16="http://schemas.microsoft.com/office/drawing/2014/main" id="{C81163A4-69D8-7B8F-1545-1DBB9665DFCE}"/>
              </a:ext>
            </a:extLst>
          </p:cNvPr>
          <p:cNvSpPr/>
          <p:nvPr/>
        </p:nvSpPr>
        <p:spPr>
          <a:xfrm>
            <a:off x="4927505" y="1612264"/>
            <a:ext cx="2302023" cy="539161"/>
          </a:xfrm>
          <a:prstGeom prst="curvedDownArrow">
            <a:avLst>
              <a:gd name="adj1" fmla="val 25000"/>
              <a:gd name="adj2" fmla="val 50000"/>
              <a:gd name="adj3" fmla="val 25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91425" rIns="91425" bIns="91425" anchor="ctr" anchorCtr="0">
            <a:noAutofit/>
          </a:bodyPr>
          <a:lstStyle/>
          <a:p>
            <a:pPr>
              <a:lnSpc>
                <a:spcPct val="150000"/>
              </a:lnSpc>
            </a:pPr>
            <a:r>
              <a:rPr lang="en-MY" sz="12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 name="Curved Up Arrow 1844457844">
            <a:extLst>
              <a:ext uri="{FF2B5EF4-FFF2-40B4-BE49-F238E27FC236}">
                <a16:creationId xmlns:a16="http://schemas.microsoft.com/office/drawing/2014/main" id="{15E1A23E-E806-64E2-BC4C-2E3163EFE4CF}"/>
              </a:ext>
            </a:extLst>
          </p:cNvPr>
          <p:cNvSpPr/>
          <p:nvPr/>
        </p:nvSpPr>
        <p:spPr>
          <a:xfrm flipH="1">
            <a:off x="4879519" y="4641213"/>
            <a:ext cx="2364981" cy="540305"/>
          </a:xfrm>
          <a:prstGeom prst="curvedUpArrow">
            <a:avLst>
              <a:gd name="adj1" fmla="val 25000"/>
              <a:gd name="adj2" fmla="val 50000"/>
              <a:gd name="adj3" fmla="val 25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91425" rIns="91425" bIns="91425" anchor="ctr" anchorCtr="0">
            <a:noAutofit/>
          </a:bodyPr>
          <a:lstStyle/>
          <a:p>
            <a:pPr>
              <a:lnSpc>
                <a:spcPct val="150000"/>
              </a:lnSpc>
            </a:pPr>
            <a:r>
              <a:rPr lang="en-MY" sz="120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5187750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Proposed Management Methodology</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pic>
        <p:nvPicPr>
          <p:cNvPr id="2" name="Picture 1">
            <a:extLst>
              <a:ext uri="{FF2B5EF4-FFF2-40B4-BE49-F238E27FC236}">
                <a16:creationId xmlns:a16="http://schemas.microsoft.com/office/drawing/2014/main" id="{96FE40CD-52C4-347D-F796-A2E2814A305D}"/>
              </a:ext>
            </a:extLst>
          </p:cNvPr>
          <p:cNvPicPr/>
          <p:nvPr/>
        </p:nvPicPr>
        <p:blipFill>
          <a:blip r:embed="rId4"/>
          <a:srcRect t="38724"/>
          <a:stretch>
            <a:fillRect/>
          </a:stretch>
        </p:blipFill>
        <p:spPr>
          <a:xfrm>
            <a:off x="1275283" y="1839636"/>
            <a:ext cx="9641434" cy="3943298"/>
          </a:xfrm>
          <a:prstGeom prst="rect">
            <a:avLst/>
          </a:prstGeom>
          <a:ln>
            <a:solidFill>
              <a:schemeClr val="tx1"/>
            </a:solidFill>
          </a:ln>
        </p:spPr>
      </p:pic>
    </p:spTree>
    <p:extLst>
      <p:ext uri="{BB962C8B-B14F-4D97-AF65-F5344CB8AC3E}">
        <p14:creationId xmlns:p14="http://schemas.microsoft.com/office/powerpoint/2010/main" val="16871840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Project Timeline</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pic>
        <p:nvPicPr>
          <p:cNvPr id="2" name="Picture 1">
            <a:extLst>
              <a:ext uri="{FF2B5EF4-FFF2-40B4-BE49-F238E27FC236}">
                <a16:creationId xmlns:a16="http://schemas.microsoft.com/office/drawing/2014/main" id="{19BA52D8-AD0A-E78C-4497-B2B2274222D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50898" y="1272984"/>
            <a:ext cx="8690204" cy="5444149"/>
          </a:xfrm>
          <a:prstGeom prst="rect">
            <a:avLst/>
          </a:prstGeom>
          <a:solidFill>
            <a:schemeClr val="lt1"/>
          </a:solidFill>
          <a:ln>
            <a:solidFill>
              <a:schemeClr val="tx1"/>
            </a:solidFill>
          </a:ln>
        </p:spPr>
      </p:pic>
    </p:spTree>
    <p:extLst>
      <p:ext uri="{BB962C8B-B14F-4D97-AF65-F5344CB8AC3E}">
        <p14:creationId xmlns:p14="http://schemas.microsoft.com/office/powerpoint/2010/main" val="4080996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Project Team Structure</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graphicFrame>
        <p:nvGraphicFramePr>
          <p:cNvPr id="3" name="Diagram 2">
            <a:extLst>
              <a:ext uri="{FF2B5EF4-FFF2-40B4-BE49-F238E27FC236}">
                <a16:creationId xmlns:a16="http://schemas.microsoft.com/office/drawing/2014/main" id="{C2CCD6E5-2198-E6D7-7C43-1F35D806102E}"/>
              </a:ext>
            </a:extLst>
          </p:cNvPr>
          <p:cNvGraphicFramePr/>
          <p:nvPr>
            <p:extLst>
              <p:ext uri="{D42A27DB-BD31-4B8C-83A1-F6EECF244321}">
                <p14:modId xmlns:p14="http://schemas.microsoft.com/office/powerpoint/2010/main" val="3781655063"/>
              </p:ext>
            </p:extLst>
          </p:nvPr>
        </p:nvGraphicFramePr>
        <p:xfrm>
          <a:off x="354088" y="1839636"/>
          <a:ext cx="11483824" cy="41547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779680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50457AFE-504F-52B8-D8BD-F16A24D1D8D5}"/>
              </a:ext>
            </a:extLst>
          </p:cNvPr>
          <p:cNvSpPr txBox="1"/>
          <p:nvPr/>
        </p:nvSpPr>
        <p:spPr>
          <a:xfrm>
            <a:off x="3704063" y="422912"/>
            <a:ext cx="4783874"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b="1" u="sng"/>
              <a:t>Project Organization Chart</a:t>
            </a:r>
          </a:p>
        </p:txBody>
      </p:sp>
      <p:graphicFrame>
        <p:nvGraphicFramePr>
          <p:cNvPr id="3" name="Diagram 2">
            <a:extLst>
              <a:ext uri="{FF2B5EF4-FFF2-40B4-BE49-F238E27FC236}">
                <a16:creationId xmlns:a16="http://schemas.microsoft.com/office/drawing/2014/main" id="{5B4B51E5-475F-CE78-3B7B-673B535CB0AA}"/>
              </a:ext>
            </a:extLst>
          </p:cNvPr>
          <p:cNvGraphicFramePr/>
          <p:nvPr>
            <p:extLst>
              <p:ext uri="{D42A27DB-BD31-4B8C-83A1-F6EECF244321}">
                <p14:modId xmlns:p14="http://schemas.microsoft.com/office/powerpoint/2010/main" val="409592115"/>
              </p:ext>
            </p:extLst>
          </p:nvPr>
        </p:nvGraphicFramePr>
        <p:xfrm>
          <a:off x="2127200" y="2094067"/>
          <a:ext cx="9605169" cy="38838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4" name="Rectangle 23">
            <a:extLst>
              <a:ext uri="{FF2B5EF4-FFF2-40B4-BE49-F238E27FC236}">
                <a16:creationId xmlns:a16="http://schemas.microsoft.com/office/drawing/2014/main" id="{82BE9077-7BD6-A5FE-1047-539F19867D2A}"/>
              </a:ext>
            </a:extLst>
          </p:cNvPr>
          <p:cNvSpPr/>
          <p:nvPr/>
        </p:nvSpPr>
        <p:spPr>
          <a:xfrm>
            <a:off x="429366" y="3427986"/>
            <a:ext cx="1131745" cy="8440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cs typeface="Arial"/>
              </a:rPr>
              <a:t>Application</a:t>
            </a:r>
            <a:endParaRPr lang="en-US">
              <a:cs typeface="Arial"/>
            </a:endParaRPr>
          </a:p>
        </p:txBody>
      </p:sp>
      <p:sp>
        <p:nvSpPr>
          <p:cNvPr id="45" name="Rectangle 44">
            <a:extLst>
              <a:ext uri="{FF2B5EF4-FFF2-40B4-BE49-F238E27FC236}">
                <a16:creationId xmlns:a16="http://schemas.microsoft.com/office/drawing/2014/main" id="{DD4A9675-7AA3-26FF-C0A0-A30380E0F19F}"/>
              </a:ext>
            </a:extLst>
          </p:cNvPr>
          <p:cNvSpPr/>
          <p:nvPr/>
        </p:nvSpPr>
        <p:spPr>
          <a:xfrm>
            <a:off x="429365" y="4962088"/>
            <a:ext cx="1131745" cy="8440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cs typeface="Arial"/>
              </a:rPr>
              <a:t>Data</a:t>
            </a:r>
            <a:endParaRPr lang="en-US">
              <a:cs typeface="Arial"/>
            </a:endParaRPr>
          </a:p>
        </p:txBody>
      </p:sp>
      <p:sp>
        <p:nvSpPr>
          <p:cNvPr id="3208" name="Rectangle 3207">
            <a:extLst>
              <a:ext uri="{FF2B5EF4-FFF2-40B4-BE49-F238E27FC236}">
                <a16:creationId xmlns:a16="http://schemas.microsoft.com/office/drawing/2014/main" id="{79F0DACB-565E-E426-F5E1-3BB9CCFB924C}"/>
              </a:ext>
            </a:extLst>
          </p:cNvPr>
          <p:cNvSpPr/>
          <p:nvPr/>
        </p:nvSpPr>
        <p:spPr>
          <a:xfrm>
            <a:off x="3557575" y="1262301"/>
            <a:ext cx="1765408" cy="828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800">
                <a:cs typeface="Arial"/>
              </a:rPr>
              <a:t>TIME Dot Com</a:t>
            </a:r>
          </a:p>
        </p:txBody>
      </p:sp>
      <p:sp>
        <p:nvSpPr>
          <p:cNvPr id="3209" name="Rectangle 3208">
            <a:extLst>
              <a:ext uri="{FF2B5EF4-FFF2-40B4-BE49-F238E27FC236}">
                <a16:creationId xmlns:a16="http://schemas.microsoft.com/office/drawing/2014/main" id="{943E30CF-A36A-5C4F-FC77-3356B754A5C7}"/>
              </a:ext>
            </a:extLst>
          </p:cNvPr>
          <p:cNvSpPr/>
          <p:nvPr/>
        </p:nvSpPr>
        <p:spPr>
          <a:xfrm>
            <a:off x="7760607" y="1278343"/>
            <a:ext cx="1717281" cy="8120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800" err="1">
                <a:cs typeface="Arial"/>
              </a:rPr>
              <a:t>Quandatics</a:t>
            </a:r>
            <a:endParaRPr lang="en-US" err="1"/>
          </a:p>
        </p:txBody>
      </p:sp>
      <p:sp>
        <p:nvSpPr>
          <p:cNvPr id="3551" name="Rectangle 3550">
            <a:extLst>
              <a:ext uri="{FF2B5EF4-FFF2-40B4-BE49-F238E27FC236}">
                <a16:creationId xmlns:a16="http://schemas.microsoft.com/office/drawing/2014/main" id="{7892E61B-07CB-8A6F-1A86-D6EF45FA5A55}"/>
              </a:ext>
            </a:extLst>
          </p:cNvPr>
          <p:cNvSpPr/>
          <p:nvPr/>
        </p:nvSpPr>
        <p:spPr>
          <a:xfrm>
            <a:off x="10215048" y="2337121"/>
            <a:ext cx="1396439" cy="8120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800">
                <a:cs typeface="Arial"/>
              </a:rPr>
              <a:t>Kai Yi, Advisor</a:t>
            </a:r>
            <a:endParaRPr lang="en-US"/>
          </a:p>
        </p:txBody>
      </p:sp>
      <p:cxnSp>
        <p:nvCxnSpPr>
          <p:cNvPr id="3650" name="Straight Arrow Connector 3649">
            <a:extLst>
              <a:ext uri="{FF2B5EF4-FFF2-40B4-BE49-F238E27FC236}">
                <a16:creationId xmlns:a16="http://schemas.microsoft.com/office/drawing/2014/main" id="{2490ACA1-FCA8-1E63-868B-F66EF9A40385}"/>
              </a:ext>
            </a:extLst>
          </p:cNvPr>
          <p:cNvCxnSpPr/>
          <p:nvPr/>
        </p:nvCxnSpPr>
        <p:spPr>
          <a:xfrm flipV="1">
            <a:off x="9925266" y="2718382"/>
            <a:ext cx="303454" cy="11597"/>
          </a:xfrm>
          <a:prstGeom prst="straightConnector1">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57517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5D374-B7A1-B79B-08ED-39EFBC00B7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F3EF06-04C3-F8BD-95BA-41A1152A1C79}"/>
              </a:ext>
            </a:extLst>
          </p:cNvPr>
          <p:cNvSpPr txBox="1"/>
          <p:nvPr/>
        </p:nvSpPr>
        <p:spPr>
          <a:xfrm>
            <a:off x="3343843" y="915279"/>
            <a:ext cx="5504312" cy="954107"/>
          </a:xfrm>
          <a:prstGeom prst="rect">
            <a:avLst/>
          </a:prstGeom>
          <a:noFill/>
        </p:spPr>
        <p:txBody>
          <a:bodyPr wrap="square" lIns="91440" tIns="45720" rIns="91440" bIns="45720" rtlCol="0" anchor="t">
            <a:spAutoFit/>
          </a:bodyPr>
          <a:lstStyle/>
          <a:p>
            <a:pPr algn="ctr"/>
            <a:r>
              <a:rPr lang="en-US" sz="2800" b="1" u="sng"/>
              <a:t>Communication Plan – List down Dates</a:t>
            </a:r>
          </a:p>
        </p:txBody>
      </p:sp>
      <p:sp>
        <p:nvSpPr>
          <p:cNvPr id="4" name="TextBox 3">
            <a:extLst>
              <a:ext uri="{FF2B5EF4-FFF2-40B4-BE49-F238E27FC236}">
                <a16:creationId xmlns:a16="http://schemas.microsoft.com/office/drawing/2014/main" id="{F932B56A-2BD8-4453-1422-5AC6EC3CEE29}"/>
              </a:ext>
            </a:extLst>
          </p:cNvPr>
          <p:cNvSpPr txBox="1"/>
          <p:nvPr/>
        </p:nvSpPr>
        <p:spPr>
          <a:xfrm>
            <a:off x="972747" y="2046960"/>
            <a:ext cx="9873915" cy="2708434"/>
          </a:xfrm>
          <a:prstGeom prst="rect">
            <a:avLst/>
          </a:prstGeom>
          <a:noFill/>
        </p:spPr>
        <p:txBody>
          <a:bodyPr wrap="square" lIns="91440" tIns="45720" rIns="91440" bIns="45720" anchor="t">
            <a:spAutoFit/>
          </a:bodyPr>
          <a:lstStyle/>
          <a:p>
            <a:pPr marL="285750" indent="-285750">
              <a:spcAft>
                <a:spcPts val="1200"/>
              </a:spcAft>
              <a:buFont typeface="Arial" panose="020B0604020202020204" pitchFamily="34" charset="0"/>
              <a:buChar char="•"/>
            </a:pPr>
            <a:r>
              <a:rPr lang="en-US" sz="2000"/>
              <a:t>Kick-off Meeting – Date: </a:t>
            </a:r>
            <a:r>
              <a:rPr lang="en-US" sz="2000">
                <a:solidFill>
                  <a:srgbClr val="0070C0"/>
                </a:solidFill>
              </a:rPr>
              <a:t>Involve KK this Thursday 2.30pm </a:t>
            </a:r>
            <a:endParaRPr lang="en-US">
              <a:solidFill>
                <a:srgbClr val="0070C0"/>
              </a:solidFill>
            </a:endParaRPr>
          </a:p>
          <a:p>
            <a:pPr marL="285750" indent="-285750">
              <a:spcAft>
                <a:spcPts val="1200"/>
              </a:spcAft>
              <a:buFont typeface="Arial" panose="020B0604020202020204" pitchFamily="34" charset="0"/>
              <a:buChar char="•"/>
            </a:pPr>
            <a:r>
              <a:rPr lang="en-US" sz="2000"/>
              <a:t>Daily Standup 30 mins sync up (Online Teams)</a:t>
            </a:r>
          </a:p>
          <a:p>
            <a:pPr marL="285750" indent="-285750">
              <a:spcAft>
                <a:spcPts val="1200"/>
              </a:spcAft>
              <a:buFont typeface="Arial" panose="020B0604020202020204" pitchFamily="34" charset="0"/>
              <a:buChar char="•"/>
            </a:pPr>
            <a:r>
              <a:rPr lang="en-US" sz="2000"/>
              <a:t>Progress update meeting (Weekly): </a:t>
            </a:r>
            <a:r>
              <a:rPr lang="en-US" sz="2000">
                <a:solidFill>
                  <a:srgbClr val="FF0000"/>
                </a:solidFill>
              </a:rPr>
              <a:t>Every Thursday onsite 2-4pm @ </a:t>
            </a:r>
            <a:r>
              <a:rPr lang="en-US" sz="2000" err="1">
                <a:solidFill>
                  <a:srgbClr val="FF0000"/>
                </a:solidFill>
              </a:rPr>
              <a:t>Glenmarie</a:t>
            </a:r>
            <a:endParaRPr lang="en-US" err="1">
              <a:solidFill>
                <a:srgbClr val="FF0000"/>
              </a:solidFill>
            </a:endParaRPr>
          </a:p>
          <a:p>
            <a:pPr marL="285750" indent="-285750">
              <a:spcAft>
                <a:spcPts val="1200"/>
              </a:spcAft>
              <a:buFont typeface="Arial" panose="020B0604020202020204" pitchFamily="34" charset="0"/>
              <a:buChar char="•"/>
            </a:pPr>
            <a:r>
              <a:rPr lang="en-US" sz="2000"/>
              <a:t>Enquiries &amp; Clarifications via Email </a:t>
            </a:r>
          </a:p>
          <a:p>
            <a:pPr marL="285750" indent="-285750">
              <a:spcAft>
                <a:spcPts val="1200"/>
              </a:spcAft>
              <a:buFont typeface="Arial" panose="020B0604020202020204" pitchFamily="34" charset="0"/>
              <a:buChar char="•"/>
            </a:pPr>
            <a:r>
              <a:rPr lang="en-US" sz="2000" err="1"/>
              <a:t>Adhoc</a:t>
            </a:r>
            <a:r>
              <a:rPr lang="en-US" sz="2000"/>
              <a:t> meetings discussion via Teams / </a:t>
            </a:r>
            <a:r>
              <a:rPr lang="en-US" sz="2000" err="1"/>
              <a:t>Whatapps</a:t>
            </a:r>
            <a:endParaRPr lang="en-US" sz="2000"/>
          </a:p>
          <a:p>
            <a:pPr marL="285750" indent="-285750">
              <a:spcAft>
                <a:spcPts val="1200"/>
              </a:spcAft>
              <a:buFont typeface="Arial" panose="020B0604020202020204" pitchFamily="34" charset="0"/>
              <a:buChar char="•"/>
            </a:pPr>
            <a:r>
              <a:rPr lang="en-US" sz="2000"/>
              <a:t>Closure Meeting – N/A</a:t>
            </a:r>
          </a:p>
        </p:txBody>
      </p:sp>
      <p:sp>
        <p:nvSpPr>
          <p:cNvPr id="9" name="Rectangle 8">
            <a:extLst>
              <a:ext uri="{FF2B5EF4-FFF2-40B4-BE49-F238E27FC236}">
                <a16:creationId xmlns:a16="http://schemas.microsoft.com/office/drawing/2014/main" id="{EEA39A16-3FE6-5D90-B8DF-0AE25398DA09}"/>
              </a:ext>
            </a:extLst>
          </p:cNvPr>
          <p:cNvSpPr/>
          <p:nvPr/>
        </p:nvSpPr>
        <p:spPr>
          <a:xfrm>
            <a:off x="685981" y="1869092"/>
            <a:ext cx="10386899" cy="4039693"/>
          </a:xfrm>
          <a:prstGeom prst="rect">
            <a:avLst/>
          </a:prstGeom>
          <a:noFill/>
          <a:ln w="95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82132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Change Request Management</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pic>
        <p:nvPicPr>
          <p:cNvPr id="2" name="image10.png" descr="A blue rectangle with white arrows&#10;&#10;Description automatically generated">
            <a:extLst>
              <a:ext uri="{FF2B5EF4-FFF2-40B4-BE49-F238E27FC236}">
                <a16:creationId xmlns:a16="http://schemas.microsoft.com/office/drawing/2014/main" id="{77E7BC06-624B-84D2-BC21-4C6ACAEDE12E}"/>
              </a:ext>
            </a:extLst>
          </p:cNvPr>
          <p:cNvPicPr/>
          <p:nvPr/>
        </p:nvPicPr>
        <p:blipFill>
          <a:blip r:embed="rId4"/>
          <a:srcRect/>
          <a:stretch>
            <a:fillRect/>
          </a:stretch>
        </p:blipFill>
        <p:spPr>
          <a:xfrm>
            <a:off x="2215287" y="1328875"/>
            <a:ext cx="7761426" cy="1205603"/>
          </a:xfrm>
          <a:prstGeom prst="rect">
            <a:avLst/>
          </a:prstGeom>
          <a:ln/>
        </p:spPr>
      </p:pic>
      <p:graphicFrame>
        <p:nvGraphicFramePr>
          <p:cNvPr id="4" name="Table 3">
            <a:extLst>
              <a:ext uri="{FF2B5EF4-FFF2-40B4-BE49-F238E27FC236}">
                <a16:creationId xmlns:a16="http://schemas.microsoft.com/office/drawing/2014/main" id="{AAD91396-33A5-BA52-8A8F-1778523587EE}"/>
              </a:ext>
            </a:extLst>
          </p:cNvPr>
          <p:cNvGraphicFramePr>
            <a:graphicFrameLocks noGrp="1"/>
          </p:cNvGraphicFramePr>
          <p:nvPr>
            <p:extLst>
              <p:ext uri="{D42A27DB-BD31-4B8C-83A1-F6EECF244321}">
                <p14:modId xmlns:p14="http://schemas.microsoft.com/office/powerpoint/2010/main" val="2504241329"/>
              </p:ext>
            </p:extLst>
          </p:nvPr>
        </p:nvGraphicFramePr>
        <p:xfrm>
          <a:off x="2032000" y="2806245"/>
          <a:ext cx="8128000" cy="3433000"/>
        </p:xfrm>
        <a:graphic>
          <a:graphicData uri="http://schemas.openxmlformats.org/drawingml/2006/table">
            <a:tbl>
              <a:tblPr firstRow="1" bandRow="1">
                <a:tableStyleId>{7DF18680-E054-41AD-8BC1-D1AEF772440D}</a:tableStyleId>
              </a:tblPr>
              <a:tblGrid>
                <a:gridCol w="2520122">
                  <a:extLst>
                    <a:ext uri="{9D8B030D-6E8A-4147-A177-3AD203B41FA5}">
                      <a16:colId xmlns:a16="http://schemas.microsoft.com/office/drawing/2014/main" val="851954673"/>
                    </a:ext>
                  </a:extLst>
                </a:gridCol>
                <a:gridCol w="5607878">
                  <a:extLst>
                    <a:ext uri="{9D8B030D-6E8A-4147-A177-3AD203B41FA5}">
                      <a16:colId xmlns:a16="http://schemas.microsoft.com/office/drawing/2014/main" val="3055890689"/>
                    </a:ext>
                  </a:extLst>
                </a:gridCol>
              </a:tblGrid>
              <a:tr h="425935">
                <a:tc>
                  <a:txBody>
                    <a:bodyPr/>
                    <a:lstStyle/>
                    <a:p>
                      <a:r>
                        <a:rPr lang="en-US"/>
                        <a:t>Steps</a:t>
                      </a:r>
                      <a:endParaRPr lang="en-MY"/>
                    </a:p>
                  </a:txBody>
                  <a:tcPr/>
                </a:tc>
                <a:tc>
                  <a:txBody>
                    <a:bodyPr/>
                    <a:lstStyle/>
                    <a:p>
                      <a:r>
                        <a:rPr lang="en-US"/>
                        <a:t>Descriptions</a:t>
                      </a:r>
                      <a:endParaRPr lang="en-MY"/>
                    </a:p>
                  </a:txBody>
                  <a:tcPr/>
                </a:tc>
                <a:extLst>
                  <a:ext uri="{0D108BD9-81ED-4DB2-BD59-A6C34878D82A}">
                    <a16:rowId xmlns:a16="http://schemas.microsoft.com/office/drawing/2014/main" val="3112111848"/>
                  </a:ext>
                </a:extLst>
              </a:tr>
              <a:tr h="595143">
                <a:tc>
                  <a:txBody>
                    <a:bodyPr/>
                    <a:lstStyle/>
                    <a:p>
                      <a:r>
                        <a:rPr lang="en-US"/>
                        <a:t>Identify Scope of Change</a:t>
                      </a:r>
                      <a:endParaRPr lang="en-MY"/>
                    </a:p>
                  </a:txBody>
                  <a:tcPr/>
                </a:tc>
                <a:tc>
                  <a:txBody>
                    <a:bodyPr/>
                    <a:lstStyle/>
                    <a:p>
                      <a:r>
                        <a:rPr lang="en-US"/>
                        <a:t>Identifying the changes, typically change on business &amp; technical requirements and the significance of the change request.</a:t>
                      </a:r>
                      <a:endParaRPr lang="en-MY"/>
                    </a:p>
                  </a:txBody>
                  <a:tcPr/>
                </a:tc>
                <a:extLst>
                  <a:ext uri="{0D108BD9-81ED-4DB2-BD59-A6C34878D82A}">
                    <a16:rowId xmlns:a16="http://schemas.microsoft.com/office/drawing/2014/main" val="4046401627"/>
                  </a:ext>
                </a:extLst>
              </a:tr>
              <a:tr h="840201">
                <a:tc>
                  <a:txBody>
                    <a:bodyPr/>
                    <a:lstStyle/>
                    <a:p>
                      <a:r>
                        <a:rPr lang="en-US"/>
                        <a:t>Identify impact of Change</a:t>
                      </a:r>
                      <a:endParaRPr lang="en-MY"/>
                    </a:p>
                  </a:txBody>
                  <a:tcPr/>
                </a:tc>
                <a:tc>
                  <a:txBody>
                    <a:bodyPr/>
                    <a:lstStyle/>
                    <a:p>
                      <a:r>
                        <a:rPr lang="en-US"/>
                        <a:t>Putting together a high-level execution plan, identify the effort required for the change and out lay the impact to the technical design, project scope, timeline and cost involved if applicable.</a:t>
                      </a:r>
                      <a:endParaRPr lang="en-MY"/>
                    </a:p>
                  </a:txBody>
                  <a:tcPr/>
                </a:tc>
                <a:extLst>
                  <a:ext uri="{0D108BD9-81ED-4DB2-BD59-A6C34878D82A}">
                    <a16:rowId xmlns:a16="http://schemas.microsoft.com/office/drawing/2014/main" val="3486432745"/>
                  </a:ext>
                </a:extLst>
              </a:tr>
              <a:tr h="840201">
                <a:tc>
                  <a:txBody>
                    <a:bodyPr/>
                    <a:lstStyle/>
                    <a:p>
                      <a:r>
                        <a:rPr lang="en-US"/>
                        <a:t>Obtain Approval</a:t>
                      </a:r>
                      <a:endParaRPr lang="en-MY"/>
                    </a:p>
                  </a:txBody>
                  <a:tcPr/>
                </a:tc>
                <a:tc>
                  <a:txBody>
                    <a:bodyPr/>
                    <a:lstStyle/>
                    <a:p>
                      <a:r>
                        <a:rPr lang="en-US"/>
                        <a:t>Change management meeting will take place to table the change request, along with the scope of change and its impact on the project, for approval by the change management committee.</a:t>
                      </a:r>
                      <a:endParaRPr lang="en-MY"/>
                    </a:p>
                  </a:txBody>
                  <a:tcPr/>
                </a:tc>
                <a:extLst>
                  <a:ext uri="{0D108BD9-81ED-4DB2-BD59-A6C34878D82A}">
                    <a16:rowId xmlns:a16="http://schemas.microsoft.com/office/drawing/2014/main" val="2456100405"/>
                  </a:ext>
                </a:extLst>
              </a:tr>
              <a:tr h="425935">
                <a:tc>
                  <a:txBody>
                    <a:bodyPr/>
                    <a:lstStyle/>
                    <a:p>
                      <a:r>
                        <a:rPr lang="en-US"/>
                        <a:t>Execute Change</a:t>
                      </a:r>
                      <a:endParaRPr lang="en-MY"/>
                    </a:p>
                  </a:txBody>
                  <a:tcPr/>
                </a:tc>
                <a:tc>
                  <a:txBody>
                    <a:bodyPr/>
                    <a:lstStyle/>
                    <a:p>
                      <a:r>
                        <a:rPr lang="en-US"/>
                        <a:t>Upon approval of the change request, the project team will be notified of the changes and project deliverables shall be updated and documented before executing the required changes.</a:t>
                      </a:r>
                      <a:endParaRPr lang="en-MY"/>
                    </a:p>
                  </a:txBody>
                  <a:tcPr/>
                </a:tc>
                <a:extLst>
                  <a:ext uri="{0D108BD9-81ED-4DB2-BD59-A6C34878D82A}">
                    <a16:rowId xmlns:a16="http://schemas.microsoft.com/office/drawing/2014/main" val="1215037825"/>
                  </a:ext>
                </a:extLst>
              </a:tr>
            </a:tbl>
          </a:graphicData>
        </a:graphic>
      </p:graphicFrame>
    </p:spTree>
    <p:extLst>
      <p:ext uri="{BB962C8B-B14F-4D97-AF65-F5344CB8AC3E}">
        <p14:creationId xmlns:p14="http://schemas.microsoft.com/office/powerpoint/2010/main" val="1495958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Quality Management</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graphicFrame>
        <p:nvGraphicFramePr>
          <p:cNvPr id="2" name="Table 1">
            <a:extLst>
              <a:ext uri="{FF2B5EF4-FFF2-40B4-BE49-F238E27FC236}">
                <a16:creationId xmlns:a16="http://schemas.microsoft.com/office/drawing/2014/main" id="{E3711BDA-D614-47B3-ABD0-F75760CD029B}"/>
              </a:ext>
            </a:extLst>
          </p:cNvPr>
          <p:cNvGraphicFramePr>
            <a:graphicFrameLocks noGrp="1"/>
          </p:cNvGraphicFramePr>
          <p:nvPr>
            <p:extLst>
              <p:ext uri="{D42A27DB-BD31-4B8C-83A1-F6EECF244321}">
                <p14:modId xmlns:p14="http://schemas.microsoft.com/office/powerpoint/2010/main" val="4271470730"/>
              </p:ext>
            </p:extLst>
          </p:nvPr>
        </p:nvGraphicFramePr>
        <p:xfrm>
          <a:off x="1436756" y="2577645"/>
          <a:ext cx="9318488" cy="3155896"/>
        </p:xfrm>
        <a:graphic>
          <a:graphicData uri="http://schemas.openxmlformats.org/drawingml/2006/table">
            <a:tbl>
              <a:tblPr firstRow="1" bandRow="1">
                <a:tableStyleId>{7DF18680-E054-41AD-8BC1-D1AEF772440D}</a:tableStyleId>
              </a:tblPr>
              <a:tblGrid>
                <a:gridCol w="2889238">
                  <a:extLst>
                    <a:ext uri="{9D8B030D-6E8A-4147-A177-3AD203B41FA5}">
                      <a16:colId xmlns:a16="http://schemas.microsoft.com/office/drawing/2014/main" val="851954673"/>
                    </a:ext>
                  </a:extLst>
                </a:gridCol>
                <a:gridCol w="6429250">
                  <a:extLst>
                    <a:ext uri="{9D8B030D-6E8A-4147-A177-3AD203B41FA5}">
                      <a16:colId xmlns:a16="http://schemas.microsoft.com/office/drawing/2014/main" val="3055890689"/>
                    </a:ext>
                  </a:extLst>
                </a:gridCol>
              </a:tblGrid>
              <a:tr h="425935">
                <a:tc>
                  <a:txBody>
                    <a:bodyPr/>
                    <a:lstStyle/>
                    <a:p>
                      <a:r>
                        <a:rPr lang="en-US"/>
                        <a:t>Activity</a:t>
                      </a:r>
                      <a:endParaRPr lang="en-MY"/>
                    </a:p>
                  </a:txBody>
                  <a:tcPr/>
                </a:tc>
                <a:tc>
                  <a:txBody>
                    <a:bodyPr/>
                    <a:lstStyle/>
                    <a:p>
                      <a:r>
                        <a:rPr lang="en-US"/>
                        <a:t>Descriptions</a:t>
                      </a:r>
                      <a:endParaRPr lang="en-MY"/>
                    </a:p>
                  </a:txBody>
                  <a:tcPr/>
                </a:tc>
                <a:extLst>
                  <a:ext uri="{0D108BD9-81ED-4DB2-BD59-A6C34878D82A}">
                    <a16:rowId xmlns:a16="http://schemas.microsoft.com/office/drawing/2014/main" val="3112111848"/>
                  </a:ext>
                </a:extLst>
              </a:tr>
              <a:tr h="595143">
                <a:tc>
                  <a:txBody>
                    <a:bodyPr/>
                    <a:lstStyle/>
                    <a:p>
                      <a:r>
                        <a:rPr lang="en-US"/>
                        <a:t>Unit Test (UT)</a:t>
                      </a:r>
                      <a:endParaRPr lang="en-MY"/>
                    </a:p>
                  </a:txBody>
                  <a:tcPr/>
                </a:tc>
                <a:tc>
                  <a:txBody>
                    <a:bodyPr/>
                    <a:lstStyle/>
                    <a:p>
                      <a:r>
                        <a:rPr lang="en-US"/>
                        <a:t>Tests a collection of processes to validate that each component performs as expected and meets the functional and technical specifications; Unit tests are executed by the service provider. </a:t>
                      </a:r>
                    </a:p>
                    <a:p>
                      <a:endParaRPr lang="en-MY"/>
                    </a:p>
                  </a:txBody>
                  <a:tcPr/>
                </a:tc>
                <a:extLst>
                  <a:ext uri="{0D108BD9-81ED-4DB2-BD59-A6C34878D82A}">
                    <a16:rowId xmlns:a16="http://schemas.microsoft.com/office/drawing/2014/main" val="4046401627"/>
                  </a:ext>
                </a:extLst>
              </a:tr>
              <a:tr h="840201">
                <a:tc>
                  <a:txBody>
                    <a:bodyPr/>
                    <a:lstStyle/>
                    <a:p>
                      <a:r>
                        <a:rPr lang="en-US"/>
                        <a:t>System Integration Test (SIT)</a:t>
                      </a:r>
                      <a:endParaRPr lang="en-MY"/>
                    </a:p>
                  </a:txBody>
                  <a:tcPr/>
                </a:tc>
                <a:tc>
                  <a:txBody>
                    <a:bodyPr/>
                    <a:lstStyle/>
                    <a:p>
                      <a:r>
                        <a:rPr lang="en-MY" sz="1400" b="0" i="0" u="none" strike="noStrike" cap="none">
                          <a:solidFill>
                            <a:schemeClr val="dk1"/>
                          </a:solidFill>
                          <a:effectLst/>
                          <a:latin typeface="+mn-lt"/>
                          <a:ea typeface="+mn-ea"/>
                          <a:cs typeface="+mn-cs"/>
                          <a:sym typeface="Arial"/>
                        </a:rPr>
                        <a:t>Tests of collection of processes developed within a milestone to ensure overall integrity and operability within the solution platform; to be planned and executed by service provider.</a:t>
                      </a:r>
                      <a:endParaRPr lang="en-MY"/>
                    </a:p>
                  </a:txBody>
                  <a:tcPr/>
                </a:tc>
                <a:extLst>
                  <a:ext uri="{0D108BD9-81ED-4DB2-BD59-A6C34878D82A}">
                    <a16:rowId xmlns:a16="http://schemas.microsoft.com/office/drawing/2014/main" val="3486432745"/>
                  </a:ext>
                </a:extLst>
              </a:tr>
              <a:tr h="840201">
                <a:tc>
                  <a:txBody>
                    <a:bodyPr/>
                    <a:lstStyle/>
                    <a:p>
                      <a:r>
                        <a:rPr lang="en-US"/>
                        <a:t>User Acceptance Test (UAT)</a:t>
                      </a:r>
                      <a:endParaRPr lang="en-MY"/>
                    </a:p>
                  </a:txBody>
                  <a:tcPr/>
                </a:tc>
                <a:tc>
                  <a:txBody>
                    <a:bodyPr/>
                    <a:lstStyle/>
                    <a:p>
                      <a:r>
                        <a:rPr lang="en-US" sz="1400" b="0" i="0" u="none" strike="noStrike" cap="none">
                          <a:solidFill>
                            <a:schemeClr val="dk1"/>
                          </a:solidFill>
                          <a:effectLst/>
                          <a:latin typeface="+mn-lt"/>
                          <a:ea typeface="+mn-ea"/>
                          <a:cs typeface="+mn-cs"/>
                          <a:sym typeface="Arial"/>
                        </a:rPr>
                        <a:t>Tests of collection of processes developed within a milestone to ensure that they achieve the functional requirements identified during the URS; to be planned and guided by service provider and executed by process owners.</a:t>
                      </a:r>
                    </a:p>
                    <a:p>
                      <a:endParaRPr lang="en-MY"/>
                    </a:p>
                  </a:txBody>
                  <a:tcPr/>
                </a:tc>
                <a:extLst>
                  <a:ext uri="{0D108BD9-81ED-4DB2-BD59-A6C34878D82A}">
                    <a16:rowId xmlns:a16="http://schemas.microsoft.com/office/drawing/2014/main" val="2456100405"/>
                  </a:ext>
                </a:extLst>
              </a:tr>
            </a:tbl>
          </a:graphicData>
        </a:graphic>
      </p:graphicFrame>
      <p:sp>
        <p:nvSpPr>
          <p:cNvPr id="4" name="TextBox 3">
            <a:extLst>
              <a:ext uri="{FF2B5EF4-FFF2-40B4-BE49-F238E27FC236}">
                <a16:creationId xmlns:a16="http://schemas.microsoft.com/office/drawing/2014/main" id="{B6CD370D-3F0B-0B69-0776-5B4E964FA8D9}"/>
              </a:ext>
            </a:extLst>
          </p:cNvPr>
          <p:cNvSpPr txBox="1"/>
          <p:nvPr/>
        </p:nvSpPr>
        <p:spPr>
          <a:xfrm>
            <a:off x="1169049" y="1425436"/>
            <a:ext cx="9853902" cy="707886"/>
          </a:xfrm>
          <a:prstGeom prst="rect">
            <a:avLst/>
          </a:prstGeom>
          <a:noFill/>
        </p:spPr>
        <p:txBody>
          <a:bodyPr wrap="square" rtlCol="0">
            <a:spAutoFit/>
          </a:bodyPr>
          <a:lstStyle/>
          <a:p>
            <a:r>
              <a:rPr lang="en-US" sz="2000">
                <a:latin typeface="Calibri" panose="020F0502020204030204" pitchFamily="34" charset="0"/>
                <a:ea typeface="Calibri" panose="020F0502020204030204" pitchFamily="34" charset="0"/>
                <a:cs typeface="Calibri" panose="020F0502020204030204" pitchFamily="34" charset="0"/>
              </a:rPr>
              <a:t>Quality Management comprises activities and processes that ensure project deliveries meet the required quality standards.</a:t>
            </a:r>
            <a:endParaRPr lang="en-MY" sz="20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31403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Quality Management – Test Cycle</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pic>
        <p:nvPicPr>
          <p:cNvPr id="2" name="image9.png" descr="A diagram of a rug fix and amendment&#10;&#10;Description automatically generated">
            <a:extLst>
              <a:ext uri="{FF2B5EF4-FFF2-40B4-BE49-F238E27FC236}">
                <a16:creationId xmlns:a16="http://schemas.microsoft.com/office/drawing/2014/main" id="{0911ECF8-D881-30AF-8E44-BBF5B1552C12}"/>
              </a:ext>
            </a:extLst>
          </p:cNvPr>
          <p:cNvPicPr/>
          <p:nvPr/>
        </p:nvPicPr>
        <p:blipFill>
          <a:blip r:embed="rId4"/>
          <a:srcRect/>
          <a:stretch>
            <a:fillRect/>
          </a:stretch>
        </p:blipFill>
        <p:spPr>
          <a:xfrm>
            <a:off x="1349279" y="2183241"/>
            <a:ext cx="9493443" cy="2491518"/>
          </a:xfrm>
          <a:prstGeom prst="rect">
            <a:avLst/>
          </a:prstGeom>
          <a:ln/>
        </p:spPr>
      </p:pic>
    </p:spTree>
    <p:extLst>
      <p:ext uri="{BB962C8B-B14F-4D97-AF65-F5344CB8AC3E}">
        <p14:creationId xmlns:p14="http://schemas.microsoft.com/office/powerpoint/2010/main" val="1253869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Issue Management</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pic>
        <p:nvPicPr>
          <p:cNvPr id="2" name="Picture 1" descr="A screenshot of a computer&#10;&#10;Description automatically generated">
            <a:extLst>
              <a:ext uri="{FF2B5EF4-FFF2-40B4-BE49-F238E27FC236}">
                <a16:creationId xmlns:a16="http://schemas.microsoft.com/office/drawing/2014/main" id="{662E6874-3C0B-3977-4060-0BAAE7C3589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3450" y="2295046"/>
            <a:ext cx="11325100" cy="3603221"/>
          </a:xfrm>
          <a:prstGeom prst="rect">
            <a:avLst/>
          </a:prstGeom>
        </p:spPr>
      </p:pic>
    </p:spTree>
    <p:extLst>
      <p:ext uri="{BB962C8B-B14F-4D97-AF65-F5344CB8AC3E}">
        <p14:creationId xmlns:p14="http://schemas.microsoft.com/office/powerpoint/2010/main" val="919567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Project Documentations Deliverables</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graphicFrame>
        <p:nvGraphicFramePr>
          <p:cNvPr id="4" name="Table 3">
            <a:extLst>
              <a:ext uri="{FF2B5EF4-FFF2-40B4-BE49-F238E27FC236}">
                <a16:creationId xmlns:a16="http://schemas.microsoft.com/office/drawing/2014/main" id="{0545E30E-C435-140B-15EE-ADBF9932D2B2}"/>
              </a:ext>
            </a:extLst>
          </p:cNvPr>
          <p:cNvGraphicFramePr>
            <a:graphicFrameLocks noGrp="1"/>
          </p:cNvGraphicFramePr>
          <p:nvPr>
            <p:extLst>
              <p:ext uri="{D42A27DB-BD31-4B8C-83A1-F6EECF244321}">
                <p14:modId xmlns:p14="http://schemas.microsoft.com/office/powerpoint/2010/main" val="2645782200"/>
              </p:ext>
            </p:extLst>
          </p:nvPr>
        </p:nvGraphicFramePr>
        <p:xfrm>
          <a:off x="846397" y="1245178"/>
          <a:ext cx="10499207" cy="5460422"/>
        </p:xfrm>
        <a:graphic>
          <a:graphicData uri="http://schemas.openxmlformats.org/drawingml/2006/table">
            <a:tbl>
              <a:tblPr bandRow="1"/>
              <a:tblGrid>
                <a:gridCol w="2753146">
                  <a:extLst>
                    <a:ext uri="{9D8B030D-6E8A-4147-A177-3AD203B41FA5}">
                      <a16:colId xmlns:a16="http://schemas.microsoft.com/office/drawing/2014/main" val="4020326908"/>
                    </a:ext>
                  </a:extLst>
                </a:gridCol>
                <a:gridCol w="7746061">
                  <a:extLst>
                    <a:ext uri="{9D8B030D-6E8A-4147-A177-3AD203B41FA5}">
                      <a16:colId xmlns:a16="http://schemas.microsoft.com/office/drawing/2014/main" val="2083560088"/>
                    </a:ext>
                  </a:extLst>
                </a:gridCol>
              </a:tblGrid>
              <a:tr h="275075">
                <a:tc>
                  <a:txBody>
                    <a:bodyPr/>
                    <a:lstStyle/>
                    <a:p>
                      <a:pPr algn="ctr">
                        <a:lnSpc>
                          <a:spcPct val="115000"/>
                        </a:lnSpc>
                        <a:spcAft>
                          <a:spcPts val="1000"/>
                        </a:spcAft>
                      </a:pPr>
                      <a:r>
                        <a:rPr lang="en-MY" sz="1600" b="1">
                          <a:solidFill>
                            <a:srgbClr val="000000"/>
                          </a:solidFill>
                          <a:effectLst/>
                          <a:latin typeface="Calibri" panose="020F0502020204030204" pitchFamily="34" charset="0"/>
                          <a:ea typeface="Calibri" panose="020F0502020204030204" pitchFamily="34" charset="0"/>
                          <a:cs typeface="Calibri" panose="020F0502020204030204" pitchFamily="34" charset="0"/>
                        </a:rPr>
                        <a:t>Stages</a:t>
                      </a:r>
                      <a:endParaRPr lang="en-MY" sz="1600">
                        <a:effectLst/>
                        <a:latin typeface="Calibri" panose="020F0502020204030204" pitchFamily="34" charset="0"/>
                        <a:ea typeface="Calibri" panose="020F0502020204030204" pitchFamily="34" charset="0"/>
                        <a:cs typeface="Calibri" panose="020F0502020204030204" pitchFamily="34" charset="0"/>
                      </a:endParaRPr>
                    </a:p>
                  </a:txBody>
                  <a:tcPr marL="49227" marR="492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a:lnSpc>
                          <a:spcPct val="115000"/>
                        </a:lnSpc>
                        <a:spcAft>
                          <a:spcPts val="1000"/>
                        </a:spcAft>
                      </a:pPr>
                      <a:r>
                        <a:rPr lang="en-MY" sz="1600" b="1">
                          <a:solidFill>
                            <a:srgbClr val="000000"/>
                          </a:solidFill>
                          <a:effectLst/>
                          <a:latin typeface="Calibri" panose="020F0502020204030204" pitchFamily="34" charset="0"/>
                          <a:ea typeface="Calibri" panose="020F0502020204030204" pitchFamily="34" charset="0"/>
                          <a:cs typeface="Calibri" panose="020F0502020204030204" pitchFamily="34" charset="0"/>
                        </a:rPr>
                        <a:t>Documents</a:t>
                      </a:r>
                      <a:endParaRPr lang="en-MY" sz="1600">
                        <a:effectLst/>
                        <a:latin typeface="Calibri" panose="020F0502020204030204" pitchFamily="34" charset="0"/>
                        <a:ea typeface="Calibri" panose="020F0502020204030204" pitchFamily="34" charset="0"/>
                        <a:cs typeface="Calibri" panose="020F0502020204030204" pitchFamily="34" charset="0"/>
                      </a:endParaRPr>
                    </a:p>
                  </a:txBody>
                  <a:tcPr marL="49227" marR="492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extLst>
                  <a:ext uri="{0D108BD9-81ED-4DB2-BD59-A6C34878D82A}">
                    <a16:rowId xmlns:a16="http://schemas.microsoft.com/office/drawing/2014/main" val="858235843"/>
                  </a:ext>
                </a:extLst>
              </a:tr>
              <a:tr h="1973707">
                <a:tc>
                  <a:txBody>
                    <a:bodyPr/>
                    <a:lstStyle/>
                    <a:p>
                      <a:pPr>
                        <a:lnSpc>
                          <a:spcPct val="115000"/>
                        </a:lnSpc>
                        <a:spcAft>
                          <a:spcPts val="1000"/>
                        </a:spcAft>
                      </a:pPr>
                      <a:r>
                        <a:rPr lang="en-MY" sz="1600">
                          <a:effectLst/>
                          <a:latin typeface="Calibri" panose="020F0502020204030204" pitchFamily="34" charset="0"/>
                          <a:ea typeface="Calibri" panose="020F0502020204030204" pitchFamily="34" charset="0"/>
                          <a:cs typeface="Calibri" panose="020F0502020204030204" pitchFamily="34" charset="0"/>
                        </a:rPr>
                        <a:t>Initiation</a:t>
                      </a:r>
                    </a:p>
                  </a:txBody>
                  <a:tcPr marL="49227" marR="492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71450" indent="-1714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Project Management Plan</a:t>
                      </a:r>
                    </a:p>
                    <a:p>
                      <a:pPr marL="171450" indent="-1714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System Requirement Specification</a:t>
                      </a:r>
                    </a:p>
                    <a:p>
                      <a:pPr marL="171450" indent="-1714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Architecture Diagram</a:t>
                      </a:r>
                    </a:p>
                    <a:p>
                      <a:pPr marL="171450" indent="-1714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System Integration Test script (SIT)</a:t>
                      </a:r>
                    </a:p>
                    <a:p>
                      <a:pPr marL="171450" indent="-1714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System Installation Guide</a:t>
                      </a:r>
                    </a:p>
                  </a:txBody>
                  <a:tcPr marL="49227" marR="492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0847272"/>
                  </a:ext>
                </a:extLst>
              </a:tr>
              <a:tr h="2087249">
                <a:tc>
                  <a:txBody>
                    <a:bodyPr/>
                    <a:lstStyle/>
                    <a:p>
                      <a:pPr>
                        <a:lnSpc>
                          <a:spcPct val="115000"/>
                        </a:lnSpc>
                        <a:spcAft>
                          <a:spcPts val="1000"/>
                        </a:spcAft>
                      </a:pPr>
                      <a:r>
                        <a:rPr lang="en-MY" sz="1600">
                          <a:effectLst/>
                          <a:latin typeface="Calibri" panose="020F0502020204030204" pitchFamily="34" charset="0"/>
                          <a:ea typeface="Calibri" panose="020F0502020204030204" pitchFamily="34" charset="0"/>
                          <a:cs typeface="Calibri" panose="020F0502020204030204" pitchFamily="34" charset="0"/>
                        </a:rPr>
                        <a:t>Implementation</a:t>
                      </a:r>
                    </a:p>
                    <a:p>
                      <a:pPr marL="342900" lvl="0" indent="-342900" algn="just">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Requirement study</a:t>
                      </a:r>
                    </a:p>
                    <a:p>
                      <a:pPr marL="342900" lvl="0" indent="-342900" algn="just">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Planning &amp; Design</a:t>
                      </a:r>
                    </a:p>
                    <a:p>
                      <a:pPr marL="342900" lvl="0" indent="-342900" algn="just">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Monitoring</a:t>
                      </a:r>
                    </a:p>
                    <a:p>
                      <a:pPr marL="342900" lvl="0" indent="-342900" algn="just">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Deployment</a:t>
                      </a:r>
                    </a:p>
                  </a:txBody>
                  <a:tcPr marL="49227" marR="492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71450" indent="-1714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User Requirement Specification (URS)</a:t>
                      </a:r>
                    </a:p>
                    <a:p>
                      <a:pPr marL="171450" indent="-1714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System Design Specification (SDS)</a:t>
                      </a:r>
                    </a:p>
                    <a:p>
                      <a:pPr marL="171450" indent="-1714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Weekly Status Report</a:t>
                      </a:r>
                    </a:p>
                    <a:p>
                      <a:pPr marL="171450" indent="-1714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Minutes of Meeting</a:t>
                      </a:r>
                    </a:p>
                    <a:p>
                      <a:pPr marL="171450" indent="-1714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User Acceptance Test (UAT)</a:t>
                      </a:r>
                    </a:p>
                  </a:txBody>
                  <a:tcPr marL="49227" marR="492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7731487"/>
                  </a:ext>
                </a:extLst>
              </a:tr>
              <a:tr h="1124391">
                <a:tc>
                  <a:txBody>
                    <a:bodyPr/>
                    <a:lstStyle/>
                    <a:p>
                      <a:pPr>
                        <a:lnSpc>
                          <a:spcPct val="115000"/>
                        </a:lnSpc>
                        <a:spcAft>
                          <a:spcPts val="1000"/>
                        </a:spcAft>
                      </a:pPr>
                      <a:r>
                        <a:rPr lang="en-MY" sz="1600">
                          <a:effectLst/>
                          <a:latin typeface="Calibri" panose="020F0502020204030204" pitchFamily="34" charset="0"/>
                          <a:ea typeface="Calibri" panose="020F0502020204030204" pitchFamily="34" charset="0"/>
                          <a:cs typeface="Calibri" panose="020F0502020204030204" pitchFamily="34" charset="0"/>
                        </a:rPr>
                        <a:t>Closeout</a:t>
                      </a:r>
                    </a:p>
                    <a:p>
                      <a:pPr marL="342900" lvl="0" indent="-342900" algn="just">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Support</a:t>
                      </a:r>
                    </a:p>
                    <a:p>
                      <a:pPr marL="342900" lvl="0" indent="-342900" algn="just">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Maintenance</a:t>
                      </a:r>
                    </a:p>
                  </a:txBody>
                  <a:tcPr marL="49227" marR="492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71450" indent="-1714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Knowledge Transfer Document</a:t>
                      </a:r>
                    </a:p>
                    <a:p>
                      <a:pPr marL="171450" indent="-1714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Post Live Operation Manual</a:t>
                      </a:r>
                    </a:p>
                    <a:p>
                      <a:pPr marL="171450" indent="-1714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Warranty Terms and Conditions</a:t>
                      </a:r>
                    </a:p>
                  </a:txBody>
                  <a:tcPr marL="49227" marR="492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4426456"/>
                  </a:ext>
                </a:extLst>
              </a:tr>
            </a:tbl>
          </a:graphicData>
        </a:graphic>
      </p:graphicFrame>
      <p:sp>
        <p:nvSpPr>
          <p:cNvPr id="5" name="TextBox 4">
            <a:extLst>
              <a:ext uri="{FF2B5EF4-FFF2-40B4-BE49-F238E27FC236}">
                <a16:creationId xmlns:a16="http://schemas.microsoft.com/office/drawing/2014/main" id="{7FFDFF9F-A6F5-4709-7783-CECEBC27EAC7}"/>
              </a:ext>
            </a:extLst>
          </p:cNvPr>
          <p:cNvSpPr txBox="1"/>
          <p:nvPr/>
        </p:nvSpPr>
        <p:spPr>
          <a:xfrm>
            <a:off x="7467600" y="3521343"/>
            <a:ext cx="3331029" cy="2004395"/>
          </a:xfrm>
          <a:prstGeom prst="rect">
            <a:avLst/>
          </a:prstGeom>
          <a:noFill/>
        </p:spPr>
        <p:txBody>
          <a:bodyPr wrap="square" rtlCol="0">
            <a:spAutoFit/>
          </a:bodyPr>
          <a:lstStyle/>
          <a:p>
            <a:pPr marL="285750" indent="-2857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Defects Logs</a:t>
            </a:r>
          </a:p>
          <a:p>
            <a:pPr marL="285750" indent="-2857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Change request (CR) (if applicable)</a:t>
            </a:r>
          </a:p>
          <a:p>
            <a:pPr marL="285750" indent="-2857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Final Acceptance Test (FAT) </a:t>
            </a:r>
          </a:p>
          <a:p>
            <a:pPr marL="285750" indent="-2857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Go live Sign-Off</a:t>
            </a:r>
          </a:p>
          <a:p>
            <a:pPr marL="285750" indent="-285750">
              <a:lnSpc>
                <a:spcPct val="115000"/>
              </a:lnSpc>
              <a:spcAft>
                <a:spcPts val="1000"/>
              </a:spcAft>
              <a:buFont typeface="Arial" panose="020B0604020202020204" pitchFamily="34" charset="0"/>
              <a:buChar char="•"/>
            </a:pPr>
            <a:r>
              <a:rPr lang="en-MY" sz="1600">
                <a:effectLst/>
                <a:latin typeface="Calibri" panose="020F0502020204030204" pitchFamily="34" charset="0"/>
                <a:ea typeface="Calibri" panose="020F0502020204030204" pitchFamily="34" charset="0"/>
                <a:cs typeface="Calibri" panose="020F0502020204030204" pitchFamily="34" charset="0"/>
              </a:rPr>
              <a:t>Customised Training Materials</a:t>
            </a:r>
          </a:p>
        </p:txBody>
      </p:sp>
    </p:spTree>
    <p:extLst>
      <p:ext uri="{BB962C8B-B14F-4D97-AF65-F5344CB8AC3E}">
        <p14:creationId xmlns:p14="http://schemas.microsoft.com/office/powerpoint/2010/main" val="15450115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02;p24">
            <a:extLst>
              <a:ext uri="{FF2B5EF4-FFF2-40B4-BE49-F238E27FC236}">
                <a16:creationId xmlns:a16="http://schemas.microsoft.com/office/drawing/2014/main" id="{C11C0C39-9C73-CAE8-140B-05F2C27B62CB}"/>
              </a:ext>
            </a:extLst>
          </p:cNvPr>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Support, Maintenance &amp; Warranty</a:t>
            </a:r>
            <a:endParaRPr lang="en-US" sz="1800" b="1" i="0" u="none" strike="noStrike" cap="none">
              <a:solidFill>
                <a:schemeClr val="tx1"/>
              </a:solidFill>
              <a:latin typeface="Calibri"/>
              <a:ea typeface="Calibri"/>
              <a:cs typeface="Calibri"/>
              <a:sym typeface="Calibri"/>
            </a:endParaRPr>
          </a:p>
        </p:txBody>
      </p:sp>
      <p:pic>
        <p:nvPicPr>
          <p:cNvPr id="4" name="Google Shape;303;p24" descr="A black background with a red line&#10;&#10;Description automatically generated with low confidence">
            <a:extLst>
              <a:ext uri="{FF2B5EF4-FFF2-40B4-BE49-F238E27FC236}">
                <a16:creationId xmlns:a16="http://schemas.microsoft.com/office/drawing/2014/main" id="{139F13E6-856C-2F64-0389-346E8F22E531}"/>
              </a:ext>
            </a:extLst>
          </p:cNvPr>
          <p:cNvPicPr preferRelativeResize="0"/>
          <p:nvPr/>
        </p:nvPicPr>
        <p:blipFill rotWithShape="1">
          <a:blip r:embed="rId2">
            <a:alphaModFix/>
          </a:blip>
          <a:srcRect l="28820" t="48393" r="30588" b="49874"/>
          <a:stretch/>
        </p:blipFill>
        <p:spPr>
          <a:xfrm>
            <a:off x="4235220" y="1075066"/>
            <a:ext cx="3365101" cy="98983"/>
          </a:xfrm>
          <a:prstGeom prst="rect">
            <a:avLst/>
          </a:prstGeom>
          <a:noFill/>
          <a:ln>
            <a:noFill/>
          </a:ln>
        </p:spPr>
      </p:pic>
      <p:graphicFrame>
        <p:nvGraphicFramePr>
          <p:cNvPr id="5" name="Table 4">
            <a:extLst>
              <a:ext uri="{FF2B5EF4-FFF2-40B4-BE49-F238E27FC236}">
                <a16:creationId xmlns:a16="http://schemas.microsoft.com/office/drawing/2014/main" id="{D5940E0D-E3E8-9D71-6D22-908CC92F6E64}"/>
              </a:ext>
            </a:extLst>
          </p:cNvPr>
          <p:cNvGraphicFramePr>
            <a:graphicFrameLocks noGrp="1"/>
          </p:cNvGraphicFramePr>
          <p:nvPr>
            <p:extLst>
              <p:ext uri="{D42A27DB-BD31-4B8C-83A1-F6EECF244321}">
                <p14:modId xmlns:p14="http://schemas.microsoft.com/office/powerpoint/2010/main" val="1626550861"/>
              </p:ext>
            </p:extLst>
          </p:nvPr>
        </p:nvGraphicFramePr>
        <p:xfrm>
          <a:off x="2143124" y="3005445"/>
          <a:ext cx="7905751" cy="2155838"/>
        </p:xfrm>
        <a:graphic>
          <a:graphicData uri="http://schemas.openxmlformats.org/drawingml/2006/table">
            <a:tbl>
              <a:tblPr/>
              <a:tblGrid>
                <a:gridCol w="2630887">
                  <a:extLst>
                    <a:ext uri="{9D8B030D-6E8A-4147-A177-3AD203B41FA5}">
                      <a16:colId xmlns:a16="http://schemas.microsoft.com/office/drawing/2014/main" val="3542889543"/>
                    </a:ext>
                  </a:extLst>
                </a:gridCol>
                <a:gridCol w="5274864">
                  <a:extLst>
                    <a:ext uri="{9D8B030D-6E8A-4147-A177-3AD203B41FA5}">
                      <a16:colId xmlns:a16="http://schemas.microsoft.com/office/drawing/2014/main" val="1603421815"/>
                    </a:ext>
                  </a:extLst>
                </a:gridCol>
              </a:tblGrid>
              <a:tr h="380442">
                <a:tc>
                  <a:txBody>
                    <a:bodyPr/>
                    <a:lstStyle/>
                    <a:p>
                      <a:pPr algn="ctr" rtl="0" fontAlgn="base"/>
                      <a:r>
                        <a:rPr lang="en-MY" sz="1400" b="1" i="0">
                          <a:effectLst/>
                          <a:latin typeface="Arial" panose="020B0604020202020204" pitchFamily="34" charset="0"/>
                          <a:cs typeface="Arial" panose="020B0604020202020204" pitchFamily="34" charset="0"/>
                        </a:rPr>
                        <a:t>Item </a:t>
                      </a:r>
                      <a:endParaRPr lang="en-MY" sz="1600" b="1" i="0">
                        <a:effectLst/>
                        <a:latin typeface="Arial" panose="020B0604020202020204" pitchFamily="34" charset="0"/>
                        <a:cs typeface="Arial" panose="020B0604020202020204" pitchFamily="34" charset="0"/>
                      </a:endParaRPr>
                    </a:p>
                  </a:txBody>
                  <a:tcP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chemeClr val="tx2"/>
                    </a:solidFill>
                  </a:tcPr>
                </a:tc>
                <a:tc>
                  <a:txBody>
                    <a:bodyPr/>
                    <a:lstStyle/>
                    <a:p>
                      <a:pPr algn="ctr" rtl="0" fontAlgn="base"/>
                      <a:r>
                        <a:rPr lang="en-MY" sz="1400" b="1" i="0">
                          <a:effectLst/>
                          <a:latin typeface="Arial" panose="020B0604020202020204" pitchFamily="34" charset="0"/>
                          <a:cs typeface="Arial" panose="020B0604020202020204" pitchFamily="34" charset="0"/>
                        </a:rPr>
                        <a:t>Description </a:t>
                      </a:r>
                      <a:endParaRPr lang="en-MY" sz="1600" b="1" i="0">
                        <a:effectLst/>
                        <a:latin typeface="Arial" panose="020B0604020202020204" pitchFamily="34" charset="0"/>
                        <a:cs typeface="Arial" panose="020B0604020202020204" pitchFamily="34" charset="0"/>
                      </a:endParaRPr>
                    </a:p>
                  </a:txBody>
                  <a:tcP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chemeClr val="tx2"/>
                    </a:solidFill>
                  </a:tcPr>
                </a:tc>
                <a:extLst>
                  <a:ext uri="{0D108BD9-81ED-4DB2-BD59-A6C34878D82A}">
                    <a16:rowId xmlns:a16="http://schemas.microsoft.com/office/drawing/2014/main" val="2470039855"/>
                  </a:ext>
                </a:extLst>
              </a:tr>
              <a:tr h="887698">
                <a:tc>
                  <a:txBody>
                    <a:bodyPr/>
                    <a:lstStyle/>
                    <a:p>
                      <a:pPr algn="l" rtl="0" fontAlgn="base"/>
                      <a:r>
                        <a:rPr lang="en-MY" sz="1400" b="0" i="0">
                          <a:effectLst/>
                          <a:latin typeface="Arial" panose="020B0604020202020204" pitchFamily="34" charset="0"/>
                          <a:cs typeface="Arial" panose="020B0604020202020204" pitchFamily="34" charset="0"/>
                        </a:rPr>
                        <a:t>Support on COTS Software Platform  </a:t>
                      </a:r>
                      <a:endParaRPr lang="en-MY" sz="1600" b="0" i="0">
                        <a:effectLst/>
                        <a:latin typeface="Arial" panose="020B0604020202020204" pitchFamily="34" charset="0"/>
                        <a:cs typeface="Arial" panose="020B0604020202020204" pitchFamily="34" charset="0"/>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r>
                        <a:rPr lang="en-MY" sz="1400" b="0" i="0">
                          <a:effectLst/>
                          <a:latin typeface="Arial" panose="020B0604020202020204" pitchFamily="34" charset="0"/>
                          <a:cs typeface="Arial" panose="020B0604020202020204" pitchFamily="34" charset="0"/>
                        </a:rPr>
                        <a:t>COTS software platform is software that are publicly available provided by the software principal for duration of software subscription.   </a:t>
                      </a:r>
                      <a:endParaRPr lang="en-MY" sz="1600" b="0" i="0">
                        <a:effectLst/>
                        <a:latin typeface="Arial" panose="020B0604020202020204" pitchFamily="34" charset="0"/>
                        <a:cs typeface="Arial" panose="020B0604020202020204" pitchFamily="34" charset="0"/>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2474925374"/>
                  </a:ext>
                </a:extLst>
              </a:tr>
              <a:tr h="887698">
                <a:tc>
                  <a:txBody>
                    <a:bodyPr/>
                    <a:lstStyle/>
                    <a:p>
                      <a:pPr algn="l" rtl="0" fontAlgn="base"/>
                      <a:r>
                        <a:rPr lang="en-MY" sz="1400" b="0" i="0">
                          <a:effectLst/>
                          <a:latin typeface="Arial" panose="020B0604020202020204" pitchFamily="34" charset="0"/>
                          <a:cs typeface="Arial" panose="020B0604020202020204" pitchFamily="34" charset="0"/>
                        </a:rPr>
                        <a:t>Vendor Extended Support  </a:t>
                      </a:r>
                      <a:endParaRPr lang="en-MY" sz="1600" b="0" i="0">
                        <a:effectLst/>
                        <a:latin typeface="Arial" panose="020B0604020202020204" pitchFamily="34" charset="0"/>
                        <a:cs typeface="Arial" panose="020B0604020202020204" pitchFamily="34" charset="0"/>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tc>
                  <a:txBody>
                    <a:bodyPr/>
                    <a:lstStyle/>
                    <a:p>
                      <a:pPr algn="l" rtl="0" fontAlgn="base"/>
                      <a:r>
                        <a:rPr lang="en-MY" sz="1400" b="0" i="0">
                          <a:effectLst/>
                          <a:latin typeface="Arial" panose="020B0604020202020204" pitchFamily="34" charset="0"/>
                          <a:cs typeface="Arial" panose="020B0604020202020204" pitchFamily="34" charset="0"/>
                        </a:rPr>
                        <a:t>Solution built by our professional service delivery team (E.g.  ETL Pipelines, Dashboards, applications, etc.), valid within subscription term.  </a:t>
                      </a:r>
                      <a:endParaRPr lang="en-MY" sz="1600" b="0" i="0">
                        <a:effectLst/>
                        <a:latin typeface="Arial" panose="020B0604020202020204" pitchFamily="34" charset="0"/>
                        <a:cs typeface="Arial" panose="020B0604020202020204" pitchFamily="34" charset="0"/>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372050468"/>
                  </a:ext>
                </a:extLst>
              </a:tr>
            </a:tbl>
          </a:graphicData>
        </a:graphic>
      </p:graphicFrame>
      <p:sp>
        <p:nvSpPr>
          <p:cNvPr id="6" name="Rectangle 1">
            <a:extLst>
              <a:ext uri="{FF2B5EF4-FFF2-40B4-BE49-F238E27FC236}">
                <a16:creationId xmlns:a16="http://schemas.microsoft.com/office/drawing/2014/main" id="{33AED4ED-BCC5-84F6-DE0A-301AD6A18A81}"/>
              </a:ext>
            </a:extLst>
          </p:cNvPr>
          <p:cNvSpPr>
            <a:spLocks noChangeArrowheads="1"/>
          </p:cNvSpPr>
          <p:nvPr/>
        </p:nvSpPr>
        <p:spPr bwMode="auto">
          <a:xfrm>
            <a:off x="2143125" y="1716526"/>
            <a:ext cx="7905750" cy="9848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Calibri" panose="020F0502020204030204" pitchFamily="34" charset="0"/>
                <a:ea typeface="Segoe UI" panose="020B0502040204020203" pitchFamily="34" charset="0"/>
                <a:cs typeface="Calibri" panose="020F0502020204030204" pitchFamily="34" charset="0"/>
              </a:rPr>
              <a:t>The software support &amp; maintenance covered under this proposal are: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Calibri" panose="020F0502020204030204" pitchFamily="34" charset="0"/>
                <a:ea typeface="Segoe UI" panose="020B0502040204020203" pitchFamily="34" charset="0"/>
                <a:cs typeface="Calibri" panose="020F0502020204030204" pitchFamily="34" charset="0"/>
              </a:rPr>
              <a:t>   </a:t>
            </a:r>
            <a:endParaRPr kumimoji="0" lang="en-US" altLang="en-US" sz="1600" b="0" i="0" u="none" strike="noStrike" cap="none" normalizeH="0" baseline="0">
              <a:ln>
                <a:noFill/>
              </a:ln>
              <a:solidFill>
                <a:srgbClr val="000000"/>
              </a:solidFill>
              <a:effectLst/>
              <a:latin typeface="Calibri" panose="020F0502020204030204" pitchFamily="34" charset="0"/>
              <a:ea typeface="Segoe UI" panose="020B0502040204020203"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a:ln>
                  <a:noFill/>
                </a:ln>
                <a:solidFill>
                  <a:schemeClr val="tx1"/>
                </a:solidFill>
                <a:effectLst/>
                <a:latin typeface="Calibri" panose="020F0502020204030204" pitchFamily="34" charset="0"/>
                <a:ea typeface="verdana" panose="020B0604030504040204" pitchFamily="34" charset="0"/>
                <a:cs typeface="Calibri" panose="020F0502020204030204" pitchFamily="34" charset="0"/>
              </a:rPr>
              <a:t>2 months warranty and support on the solution delivered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a:ln>
                  <a:noFill/>
                </a:ln>
                <a:solidFill>
                  <a:schemeClr val="tx1"/>
                </a:solidFill>
                <a:effectLst/>
                <a:latin typeface="Calibri" panose="020F0502020204030204" pitchFamily="34" charset="0"/>
                <a:ea typeface="verdana" panose="020B0604030504040204" pitchFamily="34" charset="0"/>
                <a:cs typeface="Calibri" panose="020F0502020204030204" pitchFamily="34" charset="0"/>
              </a:rPr>
              <a:t>Yearly technical support as presented in the table below</a:t>
            </a:r>
            <a:endParaRPr kumimoji="0" lang="en-US" alt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75787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302" name="Google Shape;302;p24"/>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Vendor Solution Service Level Agreement (SLA)</a:t>
            </a:r>
            <a:endParaRPr lang="en-US" sz="1800" b="1" i="0" u="none" strike="noStrike" cap="none">
              <a:solidFill>
                <a:schemeClr val="tx1"/>
              </a:solidFill>
              <a:latin typeface="Calibri"/>
              <a:ea typeface="Calibri"/>
              <a:cs typeface="Calibri"/>
              <a:sym typeface="Calibri"/>
            </a:endParaRPr>
          </a:p>
        </p:txBody>
      </p:sp>
      <p:pic>
        <p:nvPicPr>
          <p:cNvPr id="303" name="Google Shape;303;p24" descr="A black background with a red line&#10;&#10;Description automatically generated with low confidence"/>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graphicFrame>
        <p:nvGraphicFramePr>
          <p:cNvPr id="4" name="Table 3">
            <a:extLst>
              <a:ext uri="{FF2B5EF4-FFF2-40B4-BE49-F238E27FC236}">
                <a16:creationId xmlns:a16="http://schemas.microsoft.com/office/drawing/2014/main" id="{0E721B4C-50C4-D186-1E32-786370003C98}"/>
              </a:ext>
            </a:extLst>
          </p:cNvPr>
          <p:cNvGraphicFramePr>
            <a:graphicFrameLocks noGrp="1"/>
          </p:cNvGraphicFramePr>
          <p:nvPr>
            <p:extLst>
              <p:ext uri="{D42A27DB-BD31-4B8C-83A1-F6EECF244321}">
                <p14:modId xmlns:p14="http://schemas.microsoft.com/office/powerpoint/2010/main" val="40753754"/>
              </p:ext>
            </p:extLst>
          </p:nvPr>
        </p:nvGraphicFramePr>
        <p:xfrm>
          <a:off x="203200" y="1313659"/>
          <a:ext cx="11785601" cy="5418368"/>
        </p:xfrm>
        <a:graphic>
          <a:graphicData uri="http://schemas.openxmlformats.org/drawingml/2006/table">
            <a:tbl>
              <a:tblPr firstRow="1" firstCol="1" bandRow="1"/>
              <a:tblGrid>
                <a:gridCol w="1346184">
                  <a:extLst>
                    <a:ext uri="{9D8B030D-6E8A-4147-A177-3AD203B41FA5}">
                      <a16:colId xmlns:a16="http://schemas.microsoft.com/office/drawing/2014/main" val="1386504249"/>
                    </a:ext>
                  </a:extLst>
                </a:gridCol>
                <a:gridCol w="3279411">
                  <a:extLst>
                    <a:ext uri="{9D8B030D-6E8A-4147-A177-3AD203B41FA5}">
                      <a16:colId xmlns:a16="http://schemas.microsoft.com/office/drawing/2014/main" val="4172890727"/>
                    </a:ext>
                  </a:extLst>
                </a:gridCol>
                <a:gridCol w="2326942">
                  <a:extLst>
                    <a:ext uri="{9D8B030D-6E8A-4147-A177-3AD203B41FA5}">
                      <a16:colId xmlns:a16="http://schemas.microsoft.com/office/drawing/2014/main" val="2228361134"/>
                    </a:ext>
                  </a:extLst>
                </a:gridCol>
                <a:gridCol w="2475473">
                  <a:extLst>
                    <a:ext uri="{9D8B030D-6E8A-4147-A177-3AD203B41FA5}">
                      <a16:colId xmlns:a16="http://schemas.microsoft.com/office/drawing/2014/main" val="3082048229"/>
                    </a:ext>
                  </a:extLst>
                </a:gridCol>
                <a:gridCol w="2357591">
                  <a:extLst>
                    <a:ext uri="{9D8B030D-6E8A-4147-A177-3AD203B41FA5}">
                      <a16:colId xmlns:a16="http://schemas.microsoft.com/office/drawing/2014/main" val="1160736898"/>
                    </a:ext>
                  </a:extLst>
                </a:gridCol>
              </a:tblGrid>
              <a:tr h="440230">
                <a:tc>
                  <a:txBody>
                    <a:bodyPr/>
                    <a:lstStyle/>
                    <a:p>
                      <a:pPr algn="ctr">
                        <a:lnSpc>
                          <a:spcPct val="106000"/>
                        </a:lnSpc>
                        <a:spcAft>
                          <a:spcPts val="600"/>
                        </a:spcAft>
                      </a:pPr>
                      <a:r>
                        <a:rPr lang="en-MY" sz="1400" b="1">
                          <a:solidFill>
                            <a:srgbClr val="000000"/>
                          </a:solidFill>
                          <a:effectLst/>
                          <a:latin typeface="Calibri" panose="020F0502020204030204" pitchFamily="34" charset="0"/>
                          <a:ea typeface="Calibri" panose="020F0502020204030204" pitchFamily="34" charset="0"/>
                          <a:cs typeface="Calibri" panose="020F0502020204030204" pitchFamily="34" charset="0"/>
                        </a:rPr>
                        <a:t>Severity of Request</a:t>
                      </a:r>
                      <a:endParaRPr lang="en-MY" sz="11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6000"/>
                        </a:lnSpc>
                        <a:spcAft>
                          <a:spcPts val="600"/>
                        </a:spcAft>
                      </a:pPr>
                      <a:r>
                        <a:rPr lang="en-MY" sz="1400" b="1">
                          <a:solidFill>
                            <a:srgbClr val="000000"/>
                          </a:solidFill>
                          <a:effectLst/>
                          <a:latin typeface="Calibri" panose="020F0502020204030204" pitchFamily="34" charset="0"/>
                          <a:ea typeface="Calibri" panose="020F0502020204030204" pitchFamily="34" charset="0"/>
                          <a:cs typeface="Calibri" panose="020F0502020204030204" pitchFamily="34" charset="0"/>
                        </a:rPr>
                        <a:t>Definition</a:t>
                      </a:r>
                      <a:endParaRPr lang="en-MY" sz="11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6000"/>
                        </a:lnSpc>
                        <a:spcAft>
                          <a:spcPts val="600"/>
                        </a:spcAft>
                      </a:pPr>
                      <a:r>
                        <a:rPr lang="en-MY" sz="1400" b="1">
                          <a:solidFill>
                            <a:srgbClr val="000000"/>
                          </a:solidFill>
                          <a:effectLst/>
                          <a:latin typeface="Calibri" panose="020F0502020204030204" pitchFamily="34" charset="0"/>
                          <a:ea typeface="Calibri" panose="020F0502020204030204" pitchFamily="34" charset="0"/>
                          <a:cs typeface="Calibri" panose="020F0502020204030204" pitchFamily="34" charset="0"/>
                        </a:rPr>
                        <a:t>Response Time</a:t>
                      </a:r>
                      <a:endParaRPr lang="en-MY" sz="11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6000"/>
                        </a:lnSpc>
                        <a:spcAft>
                          <a:spcPts val="600"/>
                        </a:spcAft>
                      </a:pPr>
                      <a:r>
                        <a:rPr lang="en-MY" sz="1400" b="1">
                          <a:solidFill>
                            <a:srgbClr val="000000"/>
                          </a:solidFill>
                          <a:effectLst/>
                          <a:latin typeface="Calibri" panose="020F0502020204030204" pitchFamily="34" charset="0"/>
                          <a:ea typeface="Calibri" panose="020F0502020204030204" pitchFamily="34" charset="0"/>
                          <a:cs typeface="Calibri" panose="020F0502020204030204" pitchFamily="34" charset="0"/>
                        </a:rPr>
                        <a:t>Resumption on Time</a:t>
                      </a:r>
                      <a:endParaRPr lang="en-MY" sz="11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6000"/>
                        </a:lnSpc>
                        <a:spcAft>
                          <a:spcPts val="600"/>
                        </a:spcAft>
                      </a:pPr>
                      <a:r>
                        <a:rPr lang="en-MY" sz="1400" b="1">
                          <a:solidFill>
                            <a:srgbClr val="000000"/>
                          </a:solidFill>
                          <a:effectLst/>
                          <a:latin typeface="Calibri" panose="020F0502020204030204" pitchFamily="34" charset="0"/>
                          <a:ea typeface="Calibri" panose="020F0502020204030204" pitchFamily="34" charset="0"/>
                          <a:cs typeface="Calibri" panose="020F0502020204030204" pitchFamily="34" charset="0"/>
                        </a:rPr>
                        <a:t>Resolution on Time</a:t>
                      </a:r>
                      <a:endParaRPr lang="en-MY" sz="11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259373338"/>
                  </a:ext>
                </a:extLst>
              </a:tr>
              <a:tr h="915122">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Severity 1</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 </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Failure affecting majority of the solution to the extent that no productive work can be carried out or is completely inoperable. </a:t>
                      </a:r>
                      <a:endParaRPr lang="en-MY" sz="11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Acknowledge within 2 business hours.</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MY" sz="1400" u="none" strike="noStrike">
                          <a:effectLst/>
                          <a:latin typeface="Calibri" panose="020F0502020204030204" pitchFamily="34" charset="0"/>
                          <a:ea typeface="Calibri" panose="020F0502020204030204" pitchFamily="34" charset="0"/>
                          <a:cs typeface="Calibri" panose="020F0502020204030204" pitchFamily="34" charset="0"/>
                        </a:rPr>
                        <a:t> </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Response with a resolution within 4 business hours.</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 </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Target to complete resolution within 4 business hours.</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 </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301560"/>
                  </a:ext>
                </a:extLst>
              </a:tr>
              <a:tr h="1409548">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Severity 2</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 </a:t>
                      </a:r>
                      <a:endParaRPr lang="en-MY" sz="11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Failure affecting only a subset of the solution and service level dropped significantly. If unattended, issue/problem may lead to Level 1 Severity.</a:t>
                      </a:r>
                      <a:endParaRPr lang="en-MY" sz="11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Acknowledge within 4 business hours.</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Response with a resolution within 8 business hours.</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Target to complete resolution within 16 business hours.</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961953"/>
                  </a:ext>
                </a:extLst>
              </a:tr>
              <a:tr h="2032000">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Severity 3</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 </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 </a:t>
                      </a:r>
                      <a:endParaRPr lang="en-MY" sz="11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Solution failure has not impacted the business yet (due to build-in redundancy / high availability design and features). However, if problem/issue does not resolve it could lead of a higher severity problem.</a:t>
                      </a:r>
                      <a:endParaRPr lang="en-MY" sz="11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Acknowledge within 1 business day.</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 </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Response with a resolution within 2 business days. </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 </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Target to complete resolution within 3 business days.</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 </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522102"/>
                  </a:ext>
                </a:extLst>
              </a:tr>
              <a:tr h="201113">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Severity 4</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6000"/>
                        </a:lnSpc>
                        <a:spcAft>
                          <a:spcPts val="600"/>
                        </a:spcAft>
                      </a:pPr>
                      <a:endParaRPr lang="en-MY" sz="11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6000"/>
                        </a:lnSpc>
                        <a:spcAft>
                          <a:spcPts val="600"/>
                        </a:spcAft>
                      </a:pPr>
                      <a:r>
                        <a:rPr lang="en-MY" sz="1400">
                          <a:effectLst/>
                          <a:latin typeface="Calibri" panose="020F0502020204030204" pitchFamily="34" charset="0"/>
                          <a:ea typeface="Calibri" panose="020F0502020204030204" pitchFamily="34" charset="0"/>
                          <a:cs typeface="Calibri" panose="020F0502020204030204" pitchFamily="34" charset="0"/>
                        </a:rPr>
                        <a:t>Technical enquires/clarification</a:t>
                      </a:r>
                      <a:endParaRPr lang="en-MY" sz="11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Acknowledge within 2 business days.</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Response with a resolution within 3 business days. </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50000"/>
                        </a:lnSpc>
                      </a:pPr>
                      <a:r>
                        <a:rPr lang="en-MY" sz="1400">
                          <a:effectLst/>
                          <a:latin typeface="Calibri" panose="020F0502020204030204" pitchFamily="34" charset="0"/>
                          <a:ea typeface="Calibri" panose="020F0502020204030204" pitchFamily="34" charset="0"/>
                          <a:cs typeface="Calibri" panose="020F0502020204030204" pitchFamily="34" charset="0"/>
                        </a:rPr>
                        <a:t>Target to complete resolution within 7 business days.</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76863" marR="76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0257643"/>
                  </a:ext>
                </a:extLst>
              </a:tr>
            </a:tbl>
          </a:graphicData>
        </a:graphic>
      </p:graphicFrame>
    </p:spTree>
    <p:extLst>
      <p:ext uri="{BB962C8B-B14F-4D97-AF65-F5344CB8AC3E}">
        <p14:creationId xmlns:p14="http://schemas.microsoft.com/office/powerpoint/2010/main" val="32154608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9A198-5850-5C23-DE6D-EDBA57E2741E}"/>
            </a:ext>
          </a:extLst>
        </p:cNvPr>
        <p:cNvGrpSpPr/>
        <p:nvPr/>
      </p:nvGrpSpPr>
      <p:grpSpPr>
        <a:xfrm>
          <a:off x="0" y="0"/>
          <a:ext cx="0" cy="0"/>
          <a:chOff x="0" y="0"/>
          <a:chExt cx="0" cy="0"/>
        </a:xfrm>
      </p:grpSpPr>
      <p:sp>
        <p:nvSpPr>
          <p:cNvPr id="2" name="Google Shape;302;p24">
            <a:extLst>
              <a:ext uri="{FF2B5EF4-FFF2-40B4-BE49-F238E27FC236}">
                <a16:creationId xmlns:a16="http://schemas.microsoft.com/office/drawing/2014/main" id="{ED031BED-C787-0B2F-2B46-2D219C54927C}"/>
              </a:ext>
            </a:extLst>
          </p:cNvPr>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Assumptions</a:t>
            </a:r>
            <a:endParaRPr lang="en-US" sz="1800" b="1" i="0" u="none" strike="noStrike" cap="none">
              <a:solidFill>
                <a:schemeClr val="tx1"/>
              </a:solidFill>
              <a:latin typeface="Calibri"/>
              <a:ea typeface="Calibri"/>
              <a:cs typeface="Calibri"/>
              <a:sym typeface="Calibri"/>
            </a:endParaRPr>
          </a:p>
        </p:txBody>
      </p:sp>
      <p:pic>
        <p:nvPicPr>
          <p:cNvPr id="3" name="Google Shape;303;p24" descr="A black background with a red line&#10;&#10;Description automatically generated with low confidence">
            <a:extLst>
              <a:ext uri="{FF2B5EF4-FFF2-40B4-BE49-F238E27FC236}">
                <a16:creationId xmlns:a16="http://schemas.microsoft.com/office/drawing/2014/main" id="{258621E3-04A1-EB32-ED4D-975ECED5A179}"/>
              </a:ext>
            </a:extLst>
          </p:cNvPr>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sp>
        <p:nvSpPr>
          <p:cNvPr id="6" name="TextBox 5">
            <a:extLst>
              <a:ext uri="{FF2B5EF4-FFF2-40B4-BE49-F238E27FC236}">
                <a16:creationId xmlns:a16="http://schemas.microsoft.com/office/drawing/2014/main" id="{21C63A3F-D7BF-CC62-F7E4-D8A30350C6B6}"/>
              </a:ext>
            </a:extLst>
          </p:cNvPr>
          <p:cNvSpPr txBox="1"/>
          <p:nvPr/>
        </p:nvSpPr>
        <p:spPr>
          <a:xfrm>
            <a:off x="1166039" y="1734962"/>
            <a:ext cx="10455348" cy="4616648"/>
          </a:xfrm>
          <a:prstGeom prst="rect">
            <a:avLst/>
          </a:prstGeom>
          <a:noFill/>
        </p:spPr>
        <p:txBody>
          <a:bodyPr wrap="square">
            <a:spAutoFit/>
          </a:bodyPr>
          <a:lstStyle/>
          <a:p>
            <a:pPr algn="l"/>
            <a:r>
              <a:rPr lang="en-MY">
                <a:effectLst/>
                <a:latin typeface="Calibri" panose="020F0502020204030204" pitchFamily="34" charset="0"/>
                <a:cs typeface="Calibri" panose="020F0502020204030204" pitchFamily="34" charset="0"/>
              </a:rPr>
              <a:t>The entire project proposal is formed, written, and proposed based on the following assumptions. Should any of the assumptions be invalidated, the team will need to assess if there is a need for rescope or change request:</a:t>
            </a:r>
          </a:p>
          <a:p>
            <a:pPr algn="l"/>
            <a:endParaRPr lang="en-MY">
              <a:effectLst/>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MY">
                <a:effectLst/>
                <a:latin typeface="Calibri" panose="020F0502020204030204" pitchFamily="34" charset="0"/>
                <a:cs typeface="Calibri" panose="020F0502020204030204" pitchFamily="34" charset="0"/>
              </a:rPr>
              <a:t>The current resource allocation and project timeline are based on assumptions regarding the quantity of existing data sources and the expected outputs to be generated during implementation. These assumptions may be refined once more detailed information about data sources and use cases becomes available.</a:t>
            </a:r>
            <a:endParaRPr lang="en-MY">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endParaRPr lang="en-MY">
              <a:effectLst/>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MY">
                <a:effectLst/>
                <a:latin typeface="Calibri" panose="020F0502020204030204" pitchFamily="34" charset="0"/>
                <a:cs typeface="Calibri" panose="020F0502020204030204" pitchFamily="34" charset="0"/>
              </a:rPr>
              <a:t>TIME will provide sufficient briefing and documentation on current state to enable </a:t>
            </a:r>
            <a:r>
              <a:rPr lang="en-MY" err="1">
                <a:latin typeface="Calibri" panose="020F0502020204030204" pitchFamily="34" charset="0"/>
                <a:cs typeface="Calibri" panose="020F0502020204030204" pitchFamily="34" charset="0"/>
              </a:rPr>
              <a:t>Quandatics</a:t>
            </a:r>
            <a:r>
              <a:rPr lang="en-MY">
                <a:latin typeface="Calibri" panose="020F0502020204030204" pitchFamily="34" charset="0"/>
                <a:cs typeface="Calibri" panose="020F0502020204030204" pitchFamily="34" charset="0"/>
              </a:rPr>
              <a:t> </a:t>
            </a:r>
            <a:r>
              <a:rPr lang="en-MY">
                <a:effectLst/>
                <a:latin typeface="Calibri" panose="020F0502020204030204" pitchFamily="34" charset="0"/>
                <a:cs typeface="Calibri" panose="020F0502020204030204" pitchFamily="34" charset="0"/>
              </a:rPr>
              <a:t>team to carry out the necessary task.</a:t>
            </a:r>
            <a:endParaRPr lang="en-MY">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endParaRPr lang="en-MY">
              <a:effectLst/>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MY">
                <a:effectLst/>
                <a:latin typeface="Calibri" panose="020F0502020204030204" pitchFamily="34" charset="0"/>
                <a:cs typeface="Calibri" panose="020F0502020204030204" pitchFamily="34" charset="0"/>
              </a:rPr>
              <a:t>TIME will make the necessary decisions and approvals on a timely basis.</a:t>
            </a:r>
            <a:endParaRPr lang="en-MY">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endParaRPr lang="en-MY">
              <a:effectLst/>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MY">
                <a:effectLst/>
                <a:latin typeface="Calibri" panose="020F0502020204030204" pitchFamily="34" charset="0"/>
                <a:cs typeface="Calibri" panose="020F0502020204030204" pitchFamily="34" charset="0"/>
              </a:rPr>
              <a:t>TIME and identified stakeholders will provide the necessary information and documents on a timely basis, and that good data / information quality is provided.</a:t>
            </a:r>
            <a:r>
              <a:rPr lang="en-MY">
                <a:latin typeface="Calibri" panose="020F0502020204030204" pitchFamily="34" charset="0"/>
                <a:cs typeface="Calibri" panose="020F0502020204030204" pitchFamily="34" charset="0"/>
              </a:rPr>
              <a:t> </a:t>
            </a:r>
            <a:r>
              <a:rPr lang="en-MY">
                <a:effectLst/>
                <a:latin typeface="Calibri" panose="020F0502020204030204" pitchFamily="34" charset="0"/>
                <a:cs typeface="Calibri" panose="020F0502020204030204" pitchFamily="34" charset="0"/>
              </a:rPr>
              <a:t>TIME will address all queries and revisions (if any) on a timely basis.</a:t>
            </a:r>
          </a:p>
          <a:p>
            <a:pPr marL="342900" indent="-342900" algn="l">
              <a:buFont typeface="Arial" panose="020B0604020202020204" pitchFamily="34" charset="0"/>
              <a:buChar char="•"/>
            </a:pPr>
            <a:endParaRPr lang="en-MY">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MY">
                <a:effectLst/>
                <a:latin typeface="Calibri" panose="020F0502020204030204" pitchFamily="34" charset="0"/>
                <a:cs typeface="Calibri" panose="020F0502020204030204" pitchFamily="34" charset="0"/>
              </a:rPr>
              <a:t>TIME and identified stakeholders are available for discussions and meetings when required.</a:t>
            </a:r>
            <a:br>
              <a:rPr lang="en-MY">
                <a:effectLst/>
                <a:latin typeface="Calibri" panose="020F0502020204030204" pitchFamily="34" charset="0"/>
                <a:cs typeface="Calibri" panose="020F0502020204030204" pitchFamily="34" charset="0"/>
              </a:rPr>
            </a:br>
            <a:endParaRPr lang="en-MY">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MY">
                <a:effectLst/>
                <a:latin typeface="Calibri" panose="020F0502020204030204" pitchFamily="34" charset="0"/>
                <a:cs typeface="Calibri" panose="020F0502020204030204" pitchFamily="34" charset="0"/>
              </a:rPr>
              <a:t>Public holidays and extended public holidays are not accounted for.</a:t>
            </a:r>
            <a:br>
              <a:rPr lang="en-MY">
                <a:effectLst/>
                <a:latin typeface="Calibri" panose="020F0502020204030204" pitchFamily="34" charset="0"/>
                <a:cs typeface="Calibri" panose="020F0502020204030204" pitchFamily="34" charset="0"/>
              </a:rPr>
            </a:br>
            <a:endParaRPr lang="en-MY">
              <a:effectLst/>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MY">
                <a:effectLst/>
                <a:latin typeface="Calibri" panose="020F0502020204030204" pitchFamily="34" charset="0"/>
                <a:cs typeface="Calibri" panose="020F0502020204030204" pitchFamily="34" charset="0"/>
              </a:rPr>
              <a:t>Both parties maintain project management best practices to communicate any project events / issues in a timely manner.</a:t>
            </a:r>
            <a:br>
              <a:rPr lang="en-MY">
                <a:effectLst/>
                <a:latin typeface="Calibri" panose="020F0502020204030204" pitchFamily="34" charset="0"/>
                <a:cs typeface="Calibri" panose="020F0502020204030204" pitchFamily="34" charset="0"/>
              </a:rPr>
            </a:br>
            <a:br>
              <a:rPr lang="en-MY" b="0" i="0">
                <a:solidFill>
                  <a:srgbClr val="323130"/>
                </a:solidFill>
                <a:effectLst/>
                <a:latin typeface="Calibri" panose="020F0502020204030204" pitchFamily="34" charset="0"/>
                <a:cs typeface="Calibri" panose="020F0502020204030204" pitchFamily="34" charset="0"/>
              </a:rPr>
            </a:br>
            <a:endParaRPr lang="en-MY" b="0" i="0">
              <a:solidFill>
                <a:srgbClr val="323130"/>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378539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02;p24">
            <a:extLst>
              <a:ext uri="{FF2B5EF4-FFF2-40B4-BE49-F238E27FC236}">
                <a16:creationId xmlns:a16="http://schemas.microsoft.com/office/drawing/2014/main" id="{73E07D0E-769E-991F-4393-45DFCB8DB8D5}"/>
              </a:ext>
            </a:extLst>
          </p:cNvPr>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Assumptions</a:t>
            </a:r>
            <a:endParaRPr lang="en-US" sz="1800" b="1" i="0" u="none" strike="noStrike" cap="none">
              <a:solidFill>
                <a:schemeClr val="tx1"/>
              </a:solidFill>
              <a:latin typeface="Calibri"/>
              <a:ea typeface="Calibri"/>
              <a:cs typeface="Calibri"/>
              <a:sym typeface="Calibri"/>
            </a:endParaRPr>
          </a:p>
        </p:txBody>
      </p:sp>
      <p:pic>
        <p:nvPicPr>
          <p:cNvPr id="3" name="Google Shape;303;p24" descr="A black background with a red line&#10;&#10;Description automatically generated with low confidence">
            <a:extLst>
              <a:ext uri="{FF2B5EF4-FFF2-40B4-BE49-F238E27FC236}">
                <a16:creationId xmlns:a16="http://schemas.microsoft.com/office/drawing/2014/main" id="{C026A938-53A1-F49B-9810-A35AA7BD9253}"/>
              </a:ext>
            </a:extLst>
          </p:cNvPr>
          <p:cNvPicPr preferRelativeResize="0"/>
          <p:nvPr/>
        </p:nvPicPr>
        <p:blipFill rotWithShape="1">
          <a:blip r:embed="rId2">
            <a:alphaModFix/>
          </a:blip>
          <a:srcRect l="28820" t="48393" r="30588" b="49874"/>
          <a:stretch/>
        </p:blipFill>
        <p:spPr>
          <a:xfrm>
            <a:off x="4235220" y="1075066"/>
            <a:ext cx="3365101" cy="98983"/>
          </a:xfrm>
          <a:prstGeom prst="rect">
            <a:avLst/>
          </a:prstGeom>
          <a:noFill/>
          <a:ln>
            <a:noFill/>
          </a:ln>
        </p:spPr>
      </p:pic>
      <p:sp>
        <p:nvSpPr>
          <p:cNvPr id="5" name="TextBox 4">
            <a:extLst>
              <a:ext uri="{FF2B5EF4-FFF2-40B4-BE49-F238E27FC236}">
                <a16:creationId xmlns:a16="http://schemas.microsoft.com/office/drawing/2014/main" id="{0E740714-FDE6-D79B-7CD5-A36C3A220ACC}"/>
              </a:ext>
            </a:extLst>
          </p:cNvPr>
          <p:cNvSpPr txBox="1"/>
          <p:nvPr/>
        </p:nvSpPr>
        <p:spPr>
          <a:xfrm>
            <a:off x="1405713" y="1767006"/>
            <a:ext cx="9620250" cy="3323987"/>
          </a:xfrm>
          <a:prstGeom prst="rect">
            <a:avLst/>
          </a:prstGeom>
          <a:noFill/>
        </p:spPr>
        <p:txBody>
          <a:bodyPr wrap="square">
            <a:spAutoFit/>
          </a:bodyPr>
          <a:lstStyle/>
          <a:p>
            <a:pPr marL="285750" indent="-285750" algn="l">
              <a:buFont typeface="Arial" panose="020B0604020202020204" pitchFamily="34" charset="0"/>
              <a:buChar char="•"/>
            </a:pPr>
            <a:r>
              <a:rPr lang="en-MY">
                <a:effectLst/>
                <a:latin typeface="Calibri" panose="020F0502020204030204" pitchFamily="34" charset="0"/>
                <a:cs typeface="Calibri" panose="020F0502020204030204" pitchFamily="34" charset="0"/>
              </a:rPr>
              <a:t>The Tenderer proposed a 5-man team (1 project manager, 1 tech lead and 3 solution developers) as the maximum number of resources to be mobilized. Within this resource pool, the allocation of personnel at a point in time to priorities will be further discussed come project initiation which is also subject to the mode of the project implementation for the priority use cases (fully sequential, concurrent or hybrid).</a:t>
            </a:r>
            <a:endParaRPr lang="en-MY">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endParaRPr lang="en-MY">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MY">
                <a:effectLst/>
                <a:latin typeface="Calibri" panose="020F0502020204030204" pitchFamily="34" charset="0"/>
                <a:cs typeface="Calibri" panose="020F0502020204030204" pitchFamily="34" charset="0"/>
              </a:rPr>
              <a:t>Upon confirmation of the project award with Purchase Order (PO) or Letter of Award (LOA), resources will be ready and can be mobilized in a maximum of 2 weeks from date of award. Should there be a need to expedite this duration, a formal Notice-To- Proceed (NTP) can be issued with the expected start date to pre-empt and allow the</a:t>
            </a:r>
            <a:r>
              <a:rPr lang="en-MY">
                <a:latin typeface="Calibri" panose="020F0502020204030204" pitchFamily="34" charset="0"/>
                <a:cs typeface="Calibri" panose="020F0502020204030204" pitchFamily="34" charset="0"/>
              </a:rPr>
              <a:t> </a:t>
            </a:r>
            <a:r>
              <a:rPr lang="en-MY">
                <a:effectLst/>
                <a:latin typeface="Calibri" panose="020F0502020204030204" pitchFamily="34" charset="0"/>
                <a:cs typeface="Calibri" panose="020F0502020204030204" pitchFamily="34" charset="0"/>
              </a:rPr>
              <a:t>vendor team to mobilize resources while waiting for the purchase order (PO) to be issued.</a:t>
            </a:r>
          </a:p>
          <a:p>
            <a:pPr marL="285750" indent="-285750" algn="l">
              <a:buFont typeface="Arial" panose="020B0604020202020204" pitchFamily="34" charset="0"/>
              <a:buChar char="•"/>
            </a:pPr>
            <a:endParaRPr lang="en-MY" b="0" i="0">
              <a:solidFill>
                <a:srgbClr val="323130"/>
              </a:solidFill>
              <a:effectLst/>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MY" b="0" i="0">
                <a:solidFill>
                  <a:srgbClr val="323130"/>
                </a:solidFill>
                <a:effectLst/>
                <a:latin typeface="Calibri" panose="020F0502020204030204" pitchFamily="34" charset="0"/>
                <a:cs typeface="Calibri" panose="020F0502020204030204" pitchFamily="34" charset="0"/>
              </a:rPr>
              <a:t>For open-source software platform that do not come with an active subscription, will be excluded from SLA.</a:t>
            </a:r>
            <a:br>
              <a:rPr lang="en-MY" b="0" i="0">
                <a:solidFill>
                  <a:srgbClr val="323130"/>
                </a:solidFill>
                <a:effectLst/>
                <a:latin typeface="Calibri" panose="020F0502020204030204" pitchFamily="34" charset="0"/>
                <a:cs typeface="Calibri" panose="020F0502020204030204" pitchFamily="34" charset="0"/>
              </a:rPr>
            </a:br>
            <a:endParaRPr lang="en-MY">
              <a:solidFill>
                <a:srgbClr val="323130"/>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MY" b="0" i="0">
                <a:solidFill>
                  <a:srgbClr val="323130"/>
                </a:solidFill>
                <a:effectLst/>
                <a:latin typeface="Calibri" panose="020F0502020204030204" pitchFamily="34" charset="0"/>
                <a:cs typeface="Calibri" panose="020F0502020204030204" pitchFamily="34" charset="0"/>
              </a:rPr>
              <a:t>Proposing and implementing a new data model for the CSET database modernization, covering up to the tables and data sources shared by TIME, as outlined in Appendix 2, Technical Matrix, Sections I and J.</a:t>
            </a:r>
            <a:br>
              <a:rPr lang="en-MY" b="0" i="0">
                <a:solidFill>
                  <a:srgbClr val="323130"/>
                </a:solidFill>
                <a:effectLst/>
                <a:latin typeface="Calibri" panose="020F0502020204030204" pitchFamily="34" charset="0"/>
                <a:cs typeface="Calibri" panose="020F0502020204030204" pitchFamily="34" charset="0"/>
              </a:rPr>
            </a:br>
            <a:endParaRPr lang="en-MY" b="0" i="0">
              <a:solidFill>
                <a:srgbClr val="323130"/>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037082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02;p24">
            <a:extLst>
              <a:ext uri="{FF2B5EF4-FFF2-40B4-BE49-F238E27FC236}">
                <a16:creationId xmlns:a16="http://schemas.microsoft.com/office/drawing/2014/main" id="{B15D3985-88CF-6191-CDBF-B0AD66BCD9B8}"/>
              </a:ext>
            </a:extLst>
          </p:cNvPr>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595959"/>
              </a:buClr>
              <a:buSzPts val="3800"/>
              <a:buFont typeface="Calibri"/>
              <a:buNone/>
            </a:pPr>
            <a:r>
              <a:rPr lang="en-US" sz="3800" b="1" i="0" u="none" strike="noStrike" cap="none">
                <a:solidFill>
                  <a:schemeClr val="tx1"/>
                </a:solidFill>
                <a:latin typeface="Calibri"/>
                <a:ea typeface="Calibri"/>
                <a:cs typeface="Calibri"/>
                <a:sym typeface="Calibri"/>
              </a:rPr>
              <a:t>Exclusions / Assumptions</a:t>
            </a:r>
            <a:endParaRPr lang="en-US" sz="1800" b="1" i="0" u="none" strike="noStrike" cap="none">
              <a:solidFill>
                <a:schemeClr val="tx1"/>
              </a:solidFill>
              <a:latin typeface="Calibri"/>
              <a:ea typeface="Calibri"/>
              <a:cs typeface="Calibri"/>
              <a:sym typeface="Calibri"/>
            </a:endParaRPr>
          </a:p>
        </p:txBody>
      </p:sp>
      <p:pic>
        <p:nvPicPr>
          <p:cNvPr id="3" name="Google Shape;303;p24" descr="A black background with a red line&#10;&#10;Description automatically generated with low confidence">
            <a:extLst>
              <a:ext uri="{FF2B5EF4-FFF2-40B4-BE49-F238E27FC236}">
                <a16:creationId xmlns:a16="http://schemas.microsoft.com/office/drawing/2014/main" id="{BDDB9257-ECE8-9757-4EA4-85E39C667DFB}"/>
              </a:ext>
            </a:extLst>
          </p:cNvPr>
          <p:cNvPicPr preferRelativeResize="0"/>
          <p:nvPr/>
        </p:nvPicPr>
        <p:blipFill rotWithShape="1">
          <a:blip r:embed="rId3">
            <a:alphaModFix/>
          </a:blip>
          <a:srcRect l="28820" t="48393" r="30588" b="49874"/>
          <a:stretch/>
        </p:blipFill>
        <p:spPr>
          <a:xfrm>
            <a:off x="4235220" y="1075066"/>
            <a:ext cx="3365101" cy="98983"/>
          </a:xfrm>
          <a:prstGeom prst="rect">
            <a:avLst/>
          </a:prstGeom>
          <a:noFill/>
          <a:ln>
            <a:noFill/>
          </a:ln>
        </p:spPr>
      </p:pic>
      <p:graphicFrame>
        <p:nvGraphicFramePr>
          <p:cNvPr id="4" name="Table 3">
            <a:extLst>
              <a:ext uri="{FF2B5EF4-FFF2-40B4-BE49-F238E27FC236}">
                <a16:creationId xmlns:a16="http://schemas.microsoft.com/office/drawing/2014/main" id="{F9F4F3E7-A1C6-5BA7-A888-B83978274473}"/>
              </a:ext>
            </a:extLst>
          </p:cNvPr>
          <p:cNvGraphicFramePr>
            <a:graphicFrameLocks noGrp="1"/>
          </p:cNvGraphicFramePr>
          <p:nvPr/>
        </p:nvGraphicFramePr>
        <p:xfrm>
          <a:off x="1140201" y="1771155"/>
          <a:ext cx="10386782" cy="4488384"/>
        </p:xfrm>
        <a:graphic>
          <a:graphicData uri="http://schemas.openxmlformats.org/drawingml/2006/table">
            <a:tbl>
              <a:tblPr/>
              <a:tblGrid>
                <a:gridCol w="2660834">
                  <a:extLst>
                    <a:ext uri="{9D8B030D-6E8A-4147-A177-3AD203B41FA5}">
                      <a16:colId xmlns:a16="http://schemas.microsoft.com/office/drawing/2014/main" val="1288707082"/>
                    </a:ext>
                  </a:extLst>
                </a:gridCol>
                <a:gridCol w="7725948">
                  <a:extLst>
                    <a:ext uri="{9D8B030D-6E8A-4147-A177-3AD203B41FA5}">
                      <a16:colId xmlns:a16="http://schemas.microsoft.com/office/drawing/2014/main" val="13626990"/>
                    </a:ext>
                  </a:extLst>
                </a:gridCol>
              </a:tblGrid>
              <a:tr h="310890">
                <a:tc>
                  <a:txBody>
                    <a:bodyPr/>
                    <a:lstStyle/>
                    <a:p>
                      <a:pPr algn="ctr" rtl="0" fontAlgn="base"/>
                      <a:r>
                        <a:rPr lang="en-MY" sz="1400" b="1" i="0">
                          <a:solidFill>
                            <a:schemeClr val="tx1"/>
                          </a:solidFill>
                          <a:effectLst/>
                          <a:latin typeface="Arial" panose="020B0604020202020204" pitchFamily="34" charset="0"/>
                          <a:cs typeface="Arial" panose="020B0604020202020204" pitchFamily="34" charset="0"/>
                        </a:rPr>
                        <a:t>Item / Description </a:t>
                      </a:r>
                    </a:p>
                  </a:txBody>
                  <a:tcPr marL="56511" marR="56511" marT="28255" marB="2825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solidFill>
                  </a:tcPr>
                </a:tc>
                <a:tc>
                  <a:txBody>
                    <a:bodyPr/>
                    <a:lstStyle/>
                    <a:p>
                      <a:pPr algn="ctr" rtl="0" fontAlgn="base"/>
                      <a:r>
                        <a:rPr lang="en-MY" sz="1400" b="1" i="0">
                          <a:solidFill>
                            <a:schemeClr val="tx1"/>
                          </a:solidFill>
                          <a:effectLst/>
                          <a:latin typeface="Arial" panose="020B0604020202020204" pitchFamily="34" charset="0"/>
                          <a:cs typeface="Arial" panose="020B0604020202020204" pitchFamily="34" charset="0"/>
                        </a:rPr>
                        <a:t>Exclusions / Assumptions </a:t>
                      </a:r>
                    </a:p>
                  </a:txBody>
                  <a:tcPr marL="56511" marR="56511" marT="28255" marB="2825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solidFill>
                  </a:tcPr>
                </a:tc>
                <a:extLst>
                  <a:ext uri="{0D108BD9-81ED-4DB2-BD59-A6C34878D82A}">
                    <a16:rowId xmlns:a16="http://schemas.microsoft.com/office/drawing/2014/main" val="4915585"/>
                  </a:ext>
                </a:extLst>
              </a:tr>
              <a:tr h="620979">
                <a:tc>
                  <a:txBody>
                    <a:bodyPr/>
                    <a:lstStyle/>
                    <a:p>
                      <a:pPr algn="just" rtl="0" fontAlgn="base"/>
                      <a:r>
                        <a:rPr lang="en-MY" sz="1200" b="0" i="0">
                          <a:solidFill>
                            <a:schemeClr val="tx1"/>
                          </a:solidFill>
                          <a:effectLst/>
                          <a:latin typeface="Arial" panose="020B0604020202020204" pitchFamily="34" charset="0"/>
                          <a:cs typeface="Arial" panose="020B0604020202020204" pitchFamily="34" charset="0"/>
                        </a:rPr>
                        <a:t>Global/ Local Load Balancer </a:t>
                      </a:r>
                    </a:p>
                  </a:txBody>
                  <a:tcPr marL="56511" marR="56511" marT="28255" marB="2825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just" rtl="0" fontAlgn="base"/>
                      <a:r>
                        <a:rPr lang="en-US" sz="1200" b="0" i="0" u="none">
                          <a:solidFill>
                            <a:schemeClr val="tx1"/>
                          </a:solidFill>
                          <a:effectLst/>
                          <a:latin typeface="Arial" panose="020B0604020202020204" pitchFamily="34" charset="0"/>
                          <a:cs typeface="Arial" panose="020B0604020202020204" pitchFamily="34" charset="0"/>
                        </a:rPr>
                        <a:t>Hardware or Software components which require the capability of global/local load balancing must be prepared by the end user. Excluded from </a:t>
                      </a:r>
                      <a:r>
                        <a:rPr lang="en-US" sz="1200" b="0" i="0" u="none" err="1">
                          <a:solidFill>
                            <a:schemeClr val="tx1"/>
                          </a:solidFill>
                          <a:effectLst/>
                          <a:latin typeface="Arial" panose="020B0604020202020204" pitchFamily="34" charset="0"/>
                          <a:cs typeface="Arial" panose="020B0604020202020204" pitchFamily="34" charset="0"/>
                        </a:rPr>
                        <a:t>Quandatics</a:t>
                      </a:r>
                      <a:r>
                        <a:rPr lang="en-US" sz="1200" b="0" i="0" u="none">
                          <a:solidFill>
                            <a:schemeClr val="tx1"/>
                          </a:solidFill>
                          <a:effectLst/>
                          <a:latin typeface="Arial" panose="020B0604020202020204" pitchFamily="34" charset="0"/>
                          <a:cs typeface="Arial" panose="020B0604020202020204" pitchFamily="34" charset="0"/>
                        </a:rPr>
                        <a:t> cost. </a:t>
                      </a:r>
                    </a:p>
                    <a:p>
                      <a:pPr algn="just" rtl="0" fontAlgn="base"/>
                      <a:r>
                        <a:rPr lang="en-US" sz="1200" b="0" i="0" u="none">
                          <a:solidFill>
                            <a:schemeClr val="tx1"/>
                          </a:solidFill>
                          <a:effectLst/>
                          <a:latin typeface="Arial" panose="020B0604020202020204" pitchFamily="34" charset="0"/>
                          <a:cs typeface="Arial" panose="020B0604020202020204" pitchFamily="34" charset="0"/>
                        </a:rPr>
                        <a:t> </a:t>
                      </a:r>
                    </a:p>
                  </a:txBody>
                  <a:tcPr marL="56511" marR="56511" marT="28255" marB="2825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9625167"/>
                  </a:ext>
                </a:extLst>
              </a:tr>
              <a:tr h="2314557">
                <a:tc>
                  <a:txBody>
                    <a:bodyPr/>
                    <a:lstStyle/>
                    <a:p>
                      <a:pPr algn="just" rtl="0" fontAlgn="base"/>
                      <a:r>
                        <a:rPr lang="en-MY" sz="1200" b="0" i="0">
                          <a:solidFill>
                            <a:schemeClr val="tx1"/>
                          </a:solidFill>
                          <a:effectLst/>
                          <a:latin typeface="Arial" panose="020B0604020202020204" pitchFamily="34" charset="0"/>
                          <a:cs typeface="Arial" panose="020B0604020202020204" pitchFamily="34" charset="0"/>
                        </a:rPr>
                        <a:t>MySQL database  </a:t>
                      </a:r>
                    </a:p>
                  </a:txBody>
                  <a:tcPr marL="56511" marR="56511" marT="28255" marB="2825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just" rtl="0" fontAlgn="base"/>
                      <a:r>
                        <a:rPr lang="en-MY" sz="1200" b="0" i="0" u="none">
                          <a:solidFill>
                            <a:schemeClr val="tx1"/>
                          </a:solidFill>
                          <a:effectLst/>
                          <a:latin typeface="Arial" panose="020B0604020202020204" pitchFamily="34" charset="0"/>
                          <a:cs typeface="Arial" panose="020B0604020202020204" pitchFamily="34" charset="0"/>
                        </a:rPr>
                        <a:t>Currently default proposed services setup using: </a:t>
                      </a:r>
                    </a:p>
                    <a:p>
                      <a:pPr marL="171450" indent="-171450" algn="just" rtl="0" fontAlgn="base">
                        <a:buFont typeface="Arial" panose="020B0604020202020204" pitchFamily="34" charset="0"/>
                        <a:buChar char="•"/>
                      </a:pPr>
                      <a:r>
                        <a:rPr lang="en-MY" sz="1200" b="0" i="0" u="none">
                          <a:solidFill>
                            <a:schemeClr val="tx1"/>
                          </a:solidFill>
                          <a:effectLst/>
                          <a:latin typeface="Arial" panose="020B0604020202020204" pitchFamily="34" charset="0"/>
                          <a:cs typeface="Arial" panose="020B0604020202020204" pitchFamily="34" charset="0"/>
                        </a:rPr>
                        <a:t>Active - Passive/Standalone database setup using features allowed in open-source database community edition (free) software.   </a:t>
                      </a:r>
                    </a:p>
                    <a:p>
                      <a:pPr marL="171450" indent="-171450" algn="just" rtl="0" fontAlgn="base">
                        <a:buFont typeface="Arial" panose="020B0604020202020204" pitchFamily="34" charset="0"/>
                        <a:buChar char="•"/>
                      </a:pPr>
                      <a:r>
                        <a:rPr lang="en-MY" sz="1200" b="0" i="0" u="none">
                          <a:solidFill>
                            <a:schemeClr val="tx1"/>
                          </a:solidFill>
                          <a:effectLst/>
                          <a:latin typeface="Arial" panose="020B0604020202020204" pitchFamily="34" charset="0"/>
                          <a:cs typeface="Arial" panose="020B0604020202020204" pitchFamily="34" charset="0"/>
                        </a:rPr>
                        <a:t>For production and staging and DR, community edition features utilised. </a:t>
                      </a:r>
                    </a:p>
                    <a:p>
                      <a:pPr marL="171450" indent="-171450" algn="just" rtl="0" fontAlgn="base">
                        <a:buFont typeface="Arial" panose="020B0604020202020204" pitchFamily="34" charset="0"/>
                        <a:buChar char="•"/>
                      </a:pPr>
                      <a:r>
                        <a:rPr lang="en-MY" sz="1200" b="0" i="0" u="none">
                          <a:solidFill>
                            <a:schemeClr val="tx1"/>
                          </a:solidFill>
                          <a:effectLst/>
                          <a:latin typeface="Arial" panose="020B0604020202020204" pitchFamily="34" charset="0"/>
                          <a:cs typeface="Arial" panose="020B0604020202020204" pitchFamily="34" charset="0"/>
                        </a:rPr>
                        <a:t>For development, standalone setup. </a:t>
                      </a:r>
                    </a:p>
                    <a:p>
                      <a:pPr algn="just" rtl="0" fontAlgn="base"/>
                      <a:r>
                        <a:rPr lang="en-MY" sz="1200" b="0" i="0" u="none">
                          <a:solidFill>
                            <a:schemeClr val="tx1"/>
                          </a:solidFill>
                          <a:effectLst/>
                          <a:latin typeface="Arial" panose="020B0604020202020204" pitchFamily="34" charset="0"/>
                          <a:cs typeface="Arial" panose="020B0604020202020204" pitchFamily="34" charset="0"/>
                        </a:rPr>
                        <a:t> </a:t>
                      </a:r>
                    </a:p>
                    <a:p>
                      <a:pPr algn="just" rtl="0" fontAlgn="base"/>
                      <a:r>
                        <a:rPr lang="en-MY" sz="1200" b="0" i="0" u="none">
                          <a:solidFill>
                            <a:schemeClr val="tx1"/>
                          </a:solidFill>
                          <a:effectLst/>
                          <a:latin typeface="Arial" panose="020B0604020202020204" pitchFamily="34" charset="0"/>
                          <a:cs typeface="Arial" panose="020B0604020202020204" pitchFamily="34" charset="0"/>
                        </a:rPr>
                        <a:t>Additional remarks for exclusions: </a:t>
                      </a:r>
                    </a:p>
                    <a:p>
                      <a:pPr marL="171450" indent="-171450" algn="just" rtl="0" fontAlgn="base">
                        <a:buFont typeface="Arial" panose="020B0604020202020204" pitchFamily="34" charset="0"/>
                        <a:buChar char="•"/>
                      </a:pPr>
                      <a:r>
                        <a:rPr lang="en-MY" sz="1200" b="0" i="0" u="none">
                          <a:solidFill>
                            <a:schemeClr val="tx1"/>
                          </a:solidFill>
                          <a:effectLst/>
                          <a:latin typeface="Arial" panose="020B0604020202020204" pitchFamily="34" charset="0"/>
                          <a:cs typeface="Arial" panose="020B0604020202020204" pitchFamily="34" charset="0"/>
                        </a:rPr>
                        <a:t>Active-Active Cluster setup with minimum downtime would require both enterprise DB license and additional services to setup and design the architecture.  </a:t>
                      </a:r>
                    </a:p>
                    <a:p>
                      <a:pPr algn="just" rtl="0" fontAlgn="base"/>
                      <a:r>
                        <a:rPr lang="en-MY" sz="1200" b="0" i="0" u="none">
                          <a:solidFill>
                            <a:schemeClr val="tx1"/>
                          </a:solidFill>
                          <a:effectLst/>
                          <a:latin typeface="Arial" panose="020B0604020202020204" pitchFamily="34" charset="0"/>
                          <a:cs typeface="Arial" panose="020B0604020202020204" pitchFamily="34" charset="0"/>
                        </a:rPr>
                        <a:t> </a:t>
                      </a:r>
                    </a:p>
                    <a:p>
                      <a:pPr algn="just" rtl="0" fontAlgn="base"/>
                      <a:r>
                        <a:rPr lang="en-MY" sz="1200" b="0" i="0" u="none" err="1">
                          <a:solidFill>
                            <a:schemeClr val="tx1"/>
                          </a:solidFill>
                          <a:effectLst/>
                          <a:latin typeface="Arial" panose="020B0604020202020204" pitchFamily="34" charset="0"/>
                          <a:cs typeface="Arial" panose="020B0604020202020204" pitchFamily="34" charset="0"/>
                        </a:rPr>
                        <a:t>Quandatics</a:t>
                      </a:r>
                      <a:r>
                        <a:rPr lang="en-MY" sz="1200" b="0" i="0" u="none">
                          <a:solidFill>
                            <a:schemeClr val="tx1"/>
                          </a:solidFill>
                          <a:effectLst/>
                          <a:latin typeface="Arial" panose="020B0604020202020204" pitchFamily="34" charset="0"/>
                          <a:cs typeface="Arial" panose="020B0604020202020204" pitchFamily="34" charset="0"/>
                        </a:rPr>
                        <a:t> would prepare the necessary services to enable this function via MySQL software solution, excluding backup hardware or software enterprise paid solutions that are outside of MySQL capabilities. </a:t>
                      </a:r>
                    </a:p>
                  </a:txBody>
                  <a:tcPr marL="56511" marR="56511" marT="28255" marB="2825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8133636"/>
                  </a:ext>
                </a:extLst>
              </a:tr>
              <a:tr h="620979">
                <a:tc>
                  <a:txBody>
                    <a:bodyPr/>
                    <a:lstStyle/>
                    <a:p>
                      <a:pPr algn="just" rtl="0" fontAlgn="base"/>
                      <a:r>
                        <a:rPr lang="en-MY" sz="1200" b="0" i="0">
                          <a:solidFill>
                            <a:schemeClr val="tx1"/>
                          </a:solidFill>
                          <a:effectLst/>
                          <a:latin typeface="Arial" panose="020B0604020202020204" pitchFamily="34" charset="0"/>
                          <a:cs typeface="Arial" panose="020B0604020202020204" pitchFamily="34" charset="0"/>
                        </a:rPr>
                        <a:t>DR Replication </a:t>
                      </a:r>
                    </a:p>
                  </a:txBody>
                  <a:tcPr marL="56511" marR="56511" marT="28255" marB="2825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just" rtl="0" fontAlgn="base"/>
                      <a:r>
                        <a:rPr lang="en-US" sz="1200" b="0" i="0" u="none" err="1">
                          <a:solidFill>
                            <a:schemeClr val="tx1"/>
                          </a:solidFill>
                          <a:effectLst/>
                          <a:latin typeface="Arial" panose="020B0604020202020204" pitchFamily="34" charset="0"/>
                          <a:cs typeface="Arial" panose="020B0604020202020204" pitchFamily="34" charset="0"/>
                        </a:rPr>
                        <a:t>Quandatics</a:t>
                      </a:r>
                      <a:r>
                        <a:rPr lang="en-US" sz="1200" b="0" i="0" u="none">
                          <a:solidFill>
                            <a:schemeClr val="tx1"/>
                          </a:solidFill>
                          <a:effectLst/>
                          <a:latin typeface="Arial" panose="020B0604020202020204" pitchFamily="34" charset="0"/>
                          <a:cs typeface="Arial" panose="020B0604020202020204" pitchFamily="34" charset="0"/>
                        </a:rPr>
                        <a:t> would prepare the necessary services to enable this function via MySQL software database solution, excluding backup hardware or software enterprise paid solutions that are outside of MySQL capabilities </a:t>
                      </a:r>
                    </a:p>
                  </a:txBody>
                  <a:tcPr marL="56511" marR="56511" marT="28255" marB="2825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1822473"/>
                  </a:ext>
                </a:extLst>
              </a:tr>
              <a:tr h="620979">
                <a:tc>
                  <a:txBody>
                    <a:bodyPr/>
                    <a:lstStyle/>
                    <a:p>
                      <a:pPr algn="just" rtl="0" fontAlgn="base"/>
                      <a:r>
                        <a:rPr lang="en-MY" sz="1200" b="0" i="0">
                          <a:solidFill>
                            <a:schemeClr val="tx1"/>
                          </a:solidFill>
                          <a:effectLst/>
                          <a:latin typeface="Arial" panose="020B0604020202020204" pitchFamily="34" charset="0"/>
                          <a:cs typeface="Arial" panose="020B0604020202020204" pitchFamily="34" charset="0"/>
                        </a:rPr>
                        <a:t>Backup Solution </a:t>
                      </a:r>
                    </a:p>
                  </a:txBody>
                  <a:tcPr marL="56511" marR="56511" marT="28255" marB="2825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just" rtl="0" fontAlgn="base"/>
                      <a:r>
                        <a:rPr lang="en-US" sz="1200" b="0" i="0" u="none" err="1">
                          <a:solidFill>
                            <a:schemeClr val="tx1"/>
                          </a:solidFill>
                          <a:effectLst/>
                          <a:latin typeface="Arial" panose="020B0604020202020204" pitchFamily="34" charset="0"/>
                          <a:cs typeface="Arial" panose="020B0604020202020204" pitchFamily="34" charset="0"/>
                        </a:rPr>
                        <a:t>Quandatics</a:t>
                      </a:r>
                      <a:r>
                        <a:rPr lang="en-US" sz="1200" b="0" i="0" u="none">
                          <a:solidFill>
                            <a:schemeClr val="tx1"/>
                          </a:solidFill>
                          <a:effectLst/>
                          <a:latin typeface="Arial" panose="020B0604020202020204" pitchFamily="34" charset="0"/>
                          <a:cs typeface="Arial" panose="020B0604020202020204" pitchFamily="34" charset="0"/>
                        </a:rPr>
                        <a:t> would prepare the necessary services to enable this function via MySQL and Talend and Application solution, excluding backup hardware or software enterprise paid solutions that are outside of our capabilities. </a:t>
                      </a:r>
                    </a:p>
                  </a:txBody>
                  <a:tcPr marL="56511" marR="56511" marT="28255" marB="2825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6182510"/>
                  </a:ext>
                </a:extLst>
              </a:tr>
            </a:tbl>
          </a:graphicData>
        </a:graphic>
      </p:graphicFrame>
    </p:spTree>
    <p:extLst>
      <p:ext uri="{BB962C8B-B14F-4D97-AF65-F5344CB8AC3E}">
        <p14:creationId xmlns:p14="http://schemas.microsoft.com/office/powerpoint/2010/main" val="11453576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2AFF4-8C75-2D49-93F6-1D6D22EAAF79}"/>
            </a:ext>
          </a:extLst>
        </p:cNvPr>
        <p:cNvGrpSpPr/>
        <p:nvPr/>
      </p:nvGrpSpPr>
      <p:grpSpPr>
        <a:xfrm>
          <a:off x="0" y="0"/>
          <a:ext cx="0" cy="0"/>
          <a:chOff x="0" y="0"/>
          <a:chExt cx="0" cy="0"/>
        </a:xfrm>
      </p:grpSpPr>
      <p:sp>
        <p:nvSpPr>
          <p:cNvPr id="2" name="Google Shape;302;p24">
            <a:extLst>
              <a:ext uri="{FF2B5EF4-FFF2-40B4-BE49-F238E27FC236}">
                <a16:creationId xmlns:a16="http://schemas.microsoft.com/office/drawing/2014/main" id="{5DD76A4F-9D08-7618-C883-F801D9453F0A}"/>
              </a:ext>
            </a:extLst>
          </p:cNvPr>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marL="0" marR="0" lvl="0" indent="0" algn="ctr">
              <a:lnSpc>
                <a:spcPct val="100000"/>
              </a:lnSpc>
              <a:spcBef>
                <a:spcPts val="0"/>
              </a:spcBef>
              <a:spcAft>
                <a:spcPts val="0"/>
              </a:spcAft>
              <a:buNone/>
            </a:pPr>
            <a:r>
              <a:rPr lang="en-US" sz="3800" b="1">
                <a:solidFill>
                  <a:schemeClr val="tx1"/>
                </a:solidFill>
                <a:latin typeface="Calibri"/>
                <a:ea typeface="Calibri"/>
                <a:cs typeface="Calibri"/>
                <a:sym typeface="Calibri"/>
              </a:rPr>
              <a:t>Q&amp;A</a:t>
            </a:r>
            <a:endParaRPr lang="en-US"/>
          </a:p>
        </p:txBody>
      </p:sp>
      <p:pic>
        <p:nvPicPr>
          <p:cNvPr id="3" name="Google Shape;303;p24" descr="A black background with a red line&#10;&#10;Description automatically generated with low confidence">
            <a:extLst>
              <a:ext uri="{FF2B5EF4-FFF2-40B4-BE49-F238E27FC236}">
                <a16:creationId xmlns:a16="http://schemas.microsoft.com/office/drawing/2014/main" id="{30598301-D00F-7A27-6ED1-1596EB2E870F}"/>
              </a:ext>
            </a:extLst>
          </p:cNvPr>
          <p:cNvPicPr preferRelativeResize="0"/>
          <p:nvPr/>
        </p:nvPicPr>
        <p:blipFill rotWithShape="1">
          <a:blip r:embed="rId2">
            <a:alphaModFix/>
          </a:blip>
          <a:srcRect l="28820" t="48393" r="30588" b="49874"/>
          <a:stretch/>
        </p:blipFill>
        <p:spPr>
          <a:xfrm>
            <a:off x="4235220" y="1075066"/>
            <a:ext cx="3365101" cy="98983"/>
          </a:xfrm>
          <a:prstGeom prst="rect">
            <a:avLst/>
          </a:prstGeom>
          <a:noFill/>
          <a:ln>
            <a:noFill/>
          </a:ln>
        </p:spPr>
      </p:pic>
      <p:sp>
        <p:nvSpPr>
          <p:cNvPr id="5" name="TextBox 4">
            <a:extLst>
              <a:ext uri="{FF2B5EF4-FFF2-40B4-BE49-F238E27FC236}">
                <a16:creationId xmlns:a16="http://schemas.microsoft.com/office/drawing/2014/main" id="{005305D9-790A-D034-808D-4F3A1A208BDA}"/>
              </a:ext>
            </a:extLst>
          </p:cNvPr>
          <p:cNvSpPr txBox="1"/>
          <p:nvPr/>
        </p:nvSpPr>
        <p:spPr>
          <a:xfrm>
            <a:off x="1405713" y="1767006"/>
            <a:ext cx="9620250" cy="3970318"/>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MY" sz="1800">
                <a:latin typeface="Calibri"/>
                <a:cs typeface="Calibri"/>
              </a:rPr>
              <a:t>Work arrangements (logistics) </a:t>
            </a:r>
            <a:endParaRPr lang="en-MY" sz="1800">
              <a:solidFill>
                <a:srgbClr val="323130"/>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MY" sz="1800">
                <a:latin typeface="Calibri"/>
                <a:cs typeface="Calibri"/>
              </a:rPr>
              <a:t>PMO structure</a:t>
            </a:r>
            <a:endParaRPr lang="en-MY" sz="180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MY" sz="1800">
                <a:latin typeface="Calibri"/>
                <a:cs typeface="Calibri"/>
              </a:rPr>
              <a:t>Communications plan</a:t>
            </a:r>
          </a:p>
          <a:p>
            <a:pPr marL="285750" indent="-285750">
              <a:buFont typeface="Arial" panose="020B0604020202020204" pitchFamily="34" charset="0"/>
              <a:buChar char="•"/>
            </a:pPr>
            <a:r>
              <a:rPr lang="en-MY" sz="1800">
                <a:latin typeface="Calibri"/>
                <a:cs typeface="Calibri"/>
              </a:rPr>
              <a:t>VM specifications request raised by Chun Huei </a:t>
            </a:r>
            <a:endParaRPr lang="en-MY" sz="1800">
              <a:solidFill>
                <a:srgbClr val="323130"/>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MY" sz="1800">
                <a:latin typeface="Calibri"/>
                <a:cs typeface="Calibri"/>
              </a:rPr>
              <a:t>Data access/VPN/platform access/Database </a:t>
            </a:r>
            <a:endParaRPr lang="en-MY">
              <a:latin typeface="Calibri" panose="020F0502020204030204" pitchFamily="34" charset="0"/>
              <a:cs typeface="Calibri" panose="020F0502020204030204" pitchFamily="34" charset="0"/>
            </a:endParaRPr>
          </a:p>
          <a:p>
            <a:pPr marL="742950" lvl="1" indent="-285750">
              <a:buFont typeface="Courier New" panose="020B0604020202020204" pitchFamily="34" charset="0"/>
              <a:buChar char="o"/>
            </a:pPr>
            <a:r>
              <a:rPr lang="en-MY" sz="1800"/>
              <a:t>Need the list of tables and Access of Tables - template from Mok Lee</a:t>
            </a:r>
            <a:endParaRPr lang="en-MY" sz="1800">
              <a:latin typeface="Calibri"/>
              <a:cs typeface="Calibri"/>
            </a:endParaRPr>
          </a:p>
          <a:p>
            <a:pPr marL="742950" lvl="1" indent="-285750">
              <a:buFont typeface="Courier New" panose="020B0604020202020204" pitchFamily="34" charset="0"/>
              <a:buChar char="o"/>
            </a:pPr>
            <a:r>
              <a:rPr lang="en-MY" sz="1800"/>
              <a:t>Application Modules : Using Keycloak or others</a:t>
            </a:r>
          </a:p>
          <a:p>
            <a:pPr marL="285750" indent="-285750">
              <a:buFont typeface="Arial" panose="020B0604020202020204" pitchFamily="34" charset="0"/>
              <a:buChar char="•"/>
            </a:pPr>
            <a:r>
              <a:rPr lang="en-MY" sz="1800">
                <a:latin typeface="Calibri"/>
                <a:cs typeface="Calibri"/>
              </a:rPr>
              <a:t>VPN Form to fill up by all engineers – 4 engineers </a:t>
            </a:r>
          </a:p>
          <a:p>
            <a:pPr marL="285750" indent="-285750">
              <a:buFont typeface="Arial" panose="020B0604020202020204" pitchFamily="34" charset="0"/>
              <a:buChar char="•"/>
            </a:pPr>
            <a:r>
              <a:rPr lang="en-MY" sz="1800">
                <a:latin typeface="Calibri"/>
                <a:cs typeface="Calibri"/>
              </a:rPr>
              <a:t>Things require from TIME </a:t>
            </a:r>
            <a:endParaRPr lang="en-MY">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MY" sz="1800">
                <a:latin typeface="Calibri"/>
                <a:cs typeface="Calibri"/>
              </a:rPr>
              <a:t>20 tables for Data </a:t>
            </a:r>
            <a:r>
              <a:rPr lang="en-MY" sz="1800" err="1">
                <a:latin typeface="Calibri"/>
                <a:cs typeface="Calibri"/>
              </a:rPr>
              <a:t>Catalog</a:t>
            </a:r>
            <a:r>
              <a:rPr lang="en-MY" sz="1800">
                <a:latin typeface="Calibri"/>
                <a:cs typeface="Calibri"/>
              </a:rPr>
              <a:t> – Take 1 table and show POC</a:t>
            </a:r>
          </a:p>
          <a:p>
            <a:pPr marL="285750" indent="-285750">
              <a:buFont typeface="Arial" panose="020B0604020202020204" pitchFamily="34" charset="0"/>
              <a:buChar char="•"/>
            </a:pPr>
            <a:r>
              <a:rPr lang="en-MY" sz="1800">
                <a:latin typeface="Calibri"/>
                <a:cs typeface="Calibri"/>
              </a:rPr>
              <a:t>Assessment and Study for Data Integration to Huawei DWS – High Level Architecture/Planning</a:t>
            </a:r>
          </a:p>
          <a:p>
            <a:r>
              <a:rPr lang="en-MY" sz="1800">
                <a:latin typeface="Calibri"/>
                <a:cs typeface="Calibri"/>
              </a:rPr>
              <a:t> - Load data (Data team) - Huawei Data Mart Storage</a:t>
            </a:r>
          </a:p>
          <a:p>
            <a:r>
              <a:rPr lang="en-MY" sz="1800">
                <a:latin typeface="Calibri"/>
                <a:cs typeface="Calibri"/>
              </a:rPr>
              <a:t> - Read Application (Shaun)</a:t>
            </a:r>
          </a:p>
          <a:p>
            <a:pPr marL="285750" indent="-285750">
              <a:buFont typeface="Arial" panose="020B0604020202020204" pitchFamily="34" charset="0"/>
              <a:buChar char="•"/>
            </a:pPr>
            <a:r>
              <a:rPr lang="en-MY" sz="1800">
                <a:latin typeface="Calibri"/>
                <a:cs typeface="Calibri"/>
              </a:rPr>
              <a:t>Talend DI Gold License 1 Year – 1 User to activate on July </a:t>
            </a:r>
            <a:endParaRPr lang="en-MY" sz="18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610500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B5F37-F850-8C3B-32D9-ABC79FDF4F90}"/>
            </a:ext>
          </a:extLst>
        </p:cNvPr>
        <p:cNvGrpSpPr/>
        <p:nvPr/>
      </p:nvGrpSpPr>
      <p:grpSpPr>
        <a:xfrm>
          <a:off x="0" y="0"/>
          <a:ext cx="0" cy="0"/>
          <a:chOff x="0" y="0"/>
          <a:chExt cx="0" cy="0"/>
        </a:xfrm>
      </p:grpSpPr>
      <p:sp>
        <p:nvSpPr>
          <p:cNvPr id="2" name="Google Shape;302;p24">
            <a:extLst>
              <a:ext uri="{FF2B5EF4-FFF2-40B4-BE49-F238E27FC236}">
                <a16:creationId xmlns:a16="http://schemas.microsoft.com/office/drawing/2014/main" id="{CC952153-52D0-8A24-7C9B-9FF4B4D31EB1}"/>
              </a:ext>
            </a:extLst>
          </p:cNvPr>
          <p:cNvSpPr txBox="1"/>
          <p:nvPr/>
        </p:nvSpPr>
        <p:spPr>
          <a:xfrm>
            <a:off x="0" y="409479"/>
            <a:ext cx="12192000" cy="886753"/>
          </a:xfrm>
          <a:prstGeom prst="rect">
            <a:avLst/>
          </a:prstGeom>
          <a:noFill/>
          <a:ln>
            <a:noFill/>
          </a:ln>
        </p:spPr>
        <p:txBody>
          <a:bodyPr spcFirstLastPara="1" wrap="square" lIns="91425" tIns="45700" rIns="91425" bIns="45700" anchor="t" anchorCtr="0">
            <a:normAutofit/>
          </a:bodyPr>
          <a:lstStyle/>
          <a:p>
            <a:pPr algn="ctr"/>
            <a:r>
              <a:rPr lang="en-US" sz="3800" b="1">
                <a:solidFill>
                  <a:schemeClr val="tx1"/>
                </a:solidFill>
                <a:latin typeface="Calibri"/>
                <a:ea typeface="Calibri"/>
                <a:cs typeface="Calibri"/>
                <a:sym typeface="Calibri"/>
              </a:rPr>
              <a:t>Payment Milestones</a:t>
            </a:r>
            <a:endParaRPr lang="en-US"/>
          </a:p>
        </p:txBody>
      </p:sp>
      <p:pic>
        <p:nvPicPr>
          <p:cNvPr id="3" name="Google Shape;303;p24" descr="A black background with a red line&#10;&#10;Description automatically generated with low confidence">
            <a:extLst>
              <a:ext uri="{FF2B5EF4-FFF2-40B4-BE49-F238E27FC236}">
                <a16:creationId xmlns:a16="http://schemas.microsoft.com/office/drawing/2014/main" id="{467CFB4D-BFC7-3DFF-A31C-4B4BFF2F4B2F}"/>
              </a:ext>
            </a:extLst>
          </p:cNvPr>
          <p:cNvPicPr preferRelativeResize="0"/>
          <p:nvPr/>
        </p:nvPicPr>
        <p:blipFill rotWithShape="1">
          <a:blip r:embed="rId2">
            <a:alphaModFix/>
          </a:blip>
          <a:srcRect l="28820" t="48393" r="30588" b="49874"/>
          <a:stretch/>
        </p:blipFill>
        <p:spPr>
          <a:xfrm>
            <a:off x="4235220" y="1075066"/>
            <a:ext cx="3365101" cy="98983"/>
          </a:xfrm>
          <a:prstGeom prst="rect">
            <a:avLst/>
          </a:prstGeom>
          <a:noFill/>
          <a:ln>
            <a:noFill/>
          </a:ln>
        </p:spPr>
      </p:pic>
      <p:sp>
        <p:nvSpPr>
          <p:cNvPr id="5" name="TextBox 4">
            <a:extLst>
              <a:ext uri="{FF2B5EF4-FFF2-40B4-BE49-F238E27FC236}">
                <a16:creationId xmlns:a16="http://schemas.microsoft.com/office/drawing/2014/main" id="{083110EC-0487-88E3-EAA5-E3D50F74BB48}"/>
              </a:ext>
            </a:extLst>
          </p:cNvPr>
          <p:cNvSpPr txBox="1"/>
          <p:nvPr/>
        </p:nvSpPr>
        <p:spPr>
          <a:xfrm>
            <a:off x="472172" y="2001773"/>
            <a:ext cx="11553120" cy="3785652"/>
          </a:xfrm>
          <a:prstGeom prst="rect">
            <a:avLst/>
          </a:prstGeom>
          <a:noFill/>
        </p:spPr>
        <p:txBody>
          <a:bodyPr wrap="square" lIns="91440" tIns="45720" rIns="91440" bIns="45720" anchor="t">
            <a:spAutoFit/>
          </a:bodyPr>
          <a:lstStyle/>
          <a:p>
            <a:pPr>
              <a:buFont typeface="Arial" panose="020B0604020202020204" pitchFamily="34" charset="0"/>
              <a:buChar char="•"/>
            </a:pPr>
            <a:r>
              <a:rPr lang="en-MY" sz="1600" b="1"/>
              <a:t>Payment Term and Milestone for Year 1 only</a:t>
            </a:r>
            <a:endParaRPr lang="en-MY" sz="1600">
              <a:solidFill>
                <a:srgbClr val="323130"/>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MY" sz="1600"/>
              <a:t>Down payment 10% upon PO issuance.</a:t>
            </a:r>
          </a:p>
          <a:p>
            <a:pPr>
              <a:buFont typeface="Arial" panose="020B0604020202020204" pitchFamily="34" charset="0"/>
              <a:buChar char="•"/>
            </a:pPr>
            <a:r>
              <a:rPr lang="en-MY" sz="1600"/>
              <a:t>10% upon each phase sign-off by OSS e.g., Phase 1a signed-off shall issue payment to vendor.</a:t>
            </a:r>
          </a:p>
          <a:p>
            <a:pPr>
              <a:buFont typeface="Arial" panose="020B0604020202020204" pitchFamily="34" charset="0"/>
              <a:buChar char="•"/>
            </a:pPr>
            <a:r>
              <a:rPr lang="en-MY" sz="1600" b="1"/>
              <a:t>License will be 100% upon invoiced upon software license delivered</a:t>
            </a:r>
            <a:endParaRPr lang="en-MY" sz="1600"/>
          </a:p>
          <a:p>
            <a:pPr>
              <a:buFont typeface="Arial" panose="020B0604020202020204" pitchFamily="34" charset="0"/>
              <a:buChar char="•"/>
            </a:pPr>
            <a:r>
              <a:rPr lang="en-MY" sz="1600"/>
              <a:t>Phase 1a: 10% Payment of total phase 1a value upon phase 1a completion with relevant documents uploaded to SRM portal</a:t>
            </a:r>
          </a:p>
          <a:p>
            <a:pPr>
              <a:buFont typeface="Arial" panose="020B0604020202020204" pitchFamily="34" charset="0"/>
              <a:buChar char="•"/>
            </a:pPr>
            <a:r>
              <a:rPr lang="en-MY" sz="1600"/>
              <a:t>Phase 1b: 10% Payment of total phase 1b value upon phase 1b completion with relevant documents uploaded to SRM portal</a:t>
            </a:r>
          </a:p>
          <a:p>
            <a:pPr>
              <a:buFont typeface="Arial" panose="020B0604020202020204" pitchFamily="34" charset="0"/>
              <a:buChar char="•"/>
            </a:pPr>
            <a:r>
              <a:rPr lang="en-MY" sz="1600"/>
              <a:t>Phase 1c: 10% Payment of total phase 1c value upon phase 1c completion with relevant documents uploaded to SRM portal</a:t>
            </a:r>
          </a:p>
          <a:p>
            <a:pPr>
              <a:buFont typeface="Arial" panose="020B0604020202020204" pitchFamily="34" charset="0"/>
              <a:buChar char="•"/>
            </a:pPr>
            <a:r>
              <a:rPr lang="en-MY" sz="1600"/>
              <a:t>Phase 1d: 10% Payment of total phase 1d value upon phase 1d completion with relevant documents uploaded to SRM portal</a:t>
            </a:r>
          </a:p>
          <a:p>
            <a:pPr>
              <a:buFont typeface="Arial" panose="020B0604020202020204" pitchFamily="34" charset="0"/>
              <a:buChar char="•"/>
            </a:pPr>
            <a:r>
              <a:rPr lang="en-MY" sz="1600"/>
              <a:t>Phase 1e: 10% Payment of total phase 1d value upon phase 1e completion with relevant documents uploaded to SRM portal</a:t>
            </a:r>
          </a:p>
          <a:p>
            <a:pPr>
              <a:buFont typeface="Arial" panose="020B0604020202020204" pitchFamily="34" charset="0"/>
              <a:buChar char="•"/>
            </a:pPr>
            <a:r>
              <a:rPr lang="en-MY" sz="1600"/>
              <a:t>Phase 1f: 10% Payment of total phase 1d value upon phase 1f completion with relevant documents uploaded to SRM portal</a:t>
            </a:r>
          </a:p>
          <a:p>
            <a:pPr>
              <a:buFont typeface="Arial" panose="020B0604020202020204" pitchFamily="34" charset="0"/>
              <a:buChar char="•"/>
            </a:pPr>
            <a:r>
              <a:rPr lang="en-MY" sz="1600"/>
              <a:t>Phase 1g: 10% Payment of total phase 1d value upon phase 1g completion with relevant documents uploaded to SRM portal</a:t>
            </a:r>
          </a:p>
          <a:p>
            <a:pPr>
              <a:buFont typeface="Arial" panose="020B0604020202020204" pitchFamily="34" charset="0"/>
              <a:buChar char="•"/>
            </a:pPr>
            <a:r>
              <a:rPr lang="en-MY" sz="1600"/>
              <a:t>Phase 1h: 10% Payment of total phase 1d value upon phase 1h completion with relevant documents uploaded to SRM portal</a:t>
            </a:r>
          </a:p>
          <a:p>
            <a:pPr>
              <a:buFont typeface="Arial" panose="020B0604020202020204" pitchFamily="34" charset="0"/>
              <a:buChar char="•"/>
            </a:pPr>
            <a:r>
              <a:rPr lang="en-MY" sz="1600"/>
              <a:t>10% upon end of 6 months warranty from Phase 1h completion date.</a:t>
            </a:r>
          </a:p>
          <a:p>
            <a:pPr>
              <a:buFont typeface="Arial" panose="020B0604020202020204" pitchFamily="34" charset="0"/>
              <a:buChar char="•"/>
            </a:pPr>
            <a:r>
              <a:rPr lang="en-MY" sz="1600" b="1"/>
              <a:t>Payment Term and Milestone for Training and CR </a:t>
            </a:r>
            <a:r>
              <a:rPr lang="en-MY" sz="1600"/>
              <a:t>100% payment term upon invoiced</a:t>
            </a:r>
          </a:p>
          <a:p>
            <a:pPr marL="285750" indent="-285750">
              <a:buFont typeface="Arial" panose="020B0604020202020204" pitchFamily="34" charset="0"/>
              <a:buChar char="•"/>
            </a:pPr>
            <a:endParaRPr lang="en-MY" sz="16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216616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177c997-70a3-4676-97e2-906bf5926263">
      <Terms xmlns="http://schemas.microsoft.com/office/infopath/2007/PartnerControls"/>
    </lcf76f155ced4ddcb4097134ff3c332f>
    <TaxCatchAll xmlns="ea913ab5-161a-47c1-b27c-3399c3d39bf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8066245D69C2C4B917E2367CB65E444" ma:contentTypeVersion="11" ma:contentTypeDescription="Create a new document." ma:contentTypeScope="" ma:versionID="223c7d62cc06d37342cc4f2b7bb2c885">
  <xsd:schema xmlns:xsd="http://www.w3.org/2001/XMLSchema" xmlns:xs="http://www.w3.org/2001/XMLSchema" xmlns:p="http://schemas.microsoft.com/office/2006/metadata/properties" xmlns:ns2="d177c997-70a3-4676-97e2-906bf5926263" xmlns:ns3="ea913ab5-161a-47c1-b27c-3399c3d39bf2" targetNamespace="http://schemas.microsoft.com/office/2006/metadata/properties" ma:root="true" ma:fieldsID="f7c972039f480058027028c61a572e7f" ns2:_="" ns3:_="">
    <xsd:import namespace="d177c997-70a3-4676-97e2-906bf5926263"/>
    <xsd:import namespace="ea913ab5-161a-47c1-b27c-3399c3d39bf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77c997-70a3-4676-97e2-906bf59262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0076863-c0b7-448e-ac9d-eba7e400b7d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913ab5-161a-47c1-b27c-3399c3d39bf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be6a328-c6d6-4b8e-a395-587d0ef768c1}" ma:internalName="TaxCatchAll" ma:showField="CatchAllData" ma:web="ea913ab5-161a-47c1-b27c-3399c3d39b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5F4065-2007-4A57-80AE-7D128B51FA56}">
  <ds:schemaRefs>
    <ds:schemaRef ds:uri="http://schemas.microsoft.com/sharepoint/v3/contenttype/forms"/>
  </ds:schemaRefs>
</ds:datastoreItem>
</file>

<file path=customXml/itemProps2.xml><?xml version="1.0" encoding="utf-8"?>
<ds:datastoreItem xmlns:ds="http://schemas.openxmlformats.org/officeDocument/2006/customXml" ds:itemID="{0C34F275-BF44-46BE-B353-AFC4B90A3604}">
  <ds:schemaRefs>
    <ds:schemaRef ds:uri="d177c997-70a3-4676-97e2-906bf5926263"/>
    <ds:schemaRef ds:uri="ea913ab5-161a-47c1-b27c-3399c3d39bf2"/>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5688D5A-A463-4898-A749-1F5F0DBAEFF3}">
  <ds:schemaRefs>
    <ds:schemaRef ds:uri="d177c997-70a3-4676-97e2-906bf5926263"/>
    <ds:schemaRef ds:uri="ea913ab5-161a-47c1-b27c-3399c3d39bf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Quandatics_Taikisha</Template>
  <Application>Microsoft Office PowerPoint</Application>
  <PresentationFormat>Widescreen</PresentationFormat>
  <Slides>42</Slides>
  <Notes>32</Notes>
  <HiddenSlides>0</HiddenSlide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admin1</dc:creator>
  <cp:revision>2</cp:revision>
  <dcterms:created xsi:type="dcterms:W3CDTF">2024-02-26T08:13:05Z</dcterms:created>
  <dcterms:modified xsi:type="dcterms:W3CDTF">2025-06-23T02:32:24Z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0x01010028066245D69C2C4B917E2367CB65E444</vt:lpwstr>
  </property>
  <property fmtid="{D5CDD505-2E9C-101B-9397-08002B2CF9AE}" pid="3" name="MediaServiceImageTags">
    <vt:lpwstr/>
  </property>
</Properties>
</file>