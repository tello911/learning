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0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3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1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9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5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6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8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5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6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64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13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23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01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98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23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9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34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TIME CSET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Prepared by: Amirun Fadzli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Strategic data and application modernization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9 milestones from planning to support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Each milestone includes tasks, outputs, and steps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Goal: Seamless implementation and stakeholder alignment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Project Roll-Out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Refine Project Scope &amp; Implementation Planning: Finalized scope and plan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Review charter → Conduct interviews → Draft scope → Validate and sign-off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Project Kick-Off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Aligned stakeholders: Prepare deck → Schedule meeting → Conduct and document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Phase 1a – Platform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Technical Requirement Study: Documented technical needs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Workshops → Gather needs → Document → Validate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Technical Architecture Design &amp; Planning: Approved architecture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Design blueprint → Define stack → Review and sign-off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User Requirement Study (URS): Finalized URS document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Interviews → Use cases → Document → Validate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Enterprise Data Platform Setup: Operational platform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Provision infra → Configure → Validate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System Integration Test (SIT): Verified system integration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Develop test cases → Execute → Log issues → Sign-off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Phase 1b – Raw Layer ETL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MDI Framework Design (Raw): MDI blueprint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Define metadata → Design flow → Document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Control Tables Development: Populated control tables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Gather input → Design schema → Populate → Validate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Data Pipeline Dev (Files): File ingestion pipelines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Identify sources → Develop → Test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Data Pipeline Dev (RDBMS): RDBMS ingestion pipelines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Identify DBs → Develop → Test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User Acceptance Test (UAT): UAT sign-off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Prepare cases → Conduct → Resolve → Sign-off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Technical Documentation: Complete documentation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Document logic → Include recovery → Publish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Phase 1c – Harmonized Layer ETL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MDI Framework Design (Harmonized): Harmonized MDI framework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Analyze metadata → Define rules → Document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Data Pipeline Development: Functional transformation pipelines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Define logic → Develop → Test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User Acceptance Test (UAT): UAT sign-off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Prepare → Conduct → Resolve → Sign-off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Historical Data Migration: Migrated historical data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Identify sources → Migrate → Validate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Technical Documentation: Complete documentation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Document rules → Review → Publish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Phase 1d – Data Mart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Data Mart Design: Data mart schema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Define requirements → Design schema → Review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Data Mart Development: Populated data marts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Develop ETL → Validate → Review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User Acceptance Test (UAT): UAT sign-off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Prepare → Conduct → Resolve → Sign-off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Technical Documentation: Complete documentation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Document schema → Include tuning → Publish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Phase 1e – Data Catalogue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Design Governance &amp; Quality: Governance framework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Define roles → Establish metrics → Document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Build Data Catalogue: Searchable catalogue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Select tool → Ingest metadata → Validate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User Acceptance Test (UAT): UAT sign-off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Prepare → Conduct → Resolve → Sign-off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Technical Documentation: Complete documentation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Document setup → Include guide → Publish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Phase 1f – App Modernization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UI/UX Design &amp; Verification: Approved designs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Research → Wireframes → Review → Finalize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High/Low Level Design Docs: Detailed design docs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Draft architecture → Develop logic → Review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Sprint 1–4 Modernization: Delivered features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Plan → Develop → Review → Demo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UAT Part 1–4: UAT sign-off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Prepare → Conduct → Resolve → Sign-off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Phase 1g – Post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Production Deployment: Live system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Validate → Deploy → Monitor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System Go Live: Operational system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  → Announce → Enable access → Monitor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Next Steps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Finalize documentation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Share with stakeholders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Prepare for support phase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• Open for feedback and questions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663</Words>
  <Application>Microsoft Office PowerPoint</Application>
  <PresentationFormat>On-screen Show (4:3)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Ion Boardroom</vt:lpstr>
      <vt:lpstr>TIME CSET Project</vt:lpstr>
      <vt:lpstr>Executive Summary</vt:lpstr>
      <vt:lpstr>Project Roll-Out</vt:lpstr>
      <vt:lpstr>Project Kick-Off</vt:lpstr>
      <vt:lpstr>Phase 1a – Platform Readiness</vt:lpstr>
      <vt:lpstr>Phase 1b – Raw Layer ETL</vt:lpstr>
      <vt:lpstr>Phase 1c – Harmonized Layer ETL</vt:lpstr>
      <vt:lpstr>Phase 1d – Data Mart Layer</vt:lpstr>
      <vt:lpstr>Phase 1e – Data Catalogue</vt:lpstr>
      <vt:lpstr>Phase 1f – App Modernization</vt:lpstr>
      <vt:lpstr>Phase 1g – Post Implementation</vt:lpstr>
      <vt:lpstr>Next Steps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Amirun Fadzli</cp:lastModifiedBy>
  <cp:revision>2</cp:revision>
  <dcterms:created xsi:type="dcterms:W3CDTF">2013-01-27T09:14:16Z</dcterms:created>
  <dcterms:modified xsi:type="dcterms:W3CDTF">2025-06-18T09:00:14Z</dcterms:modified>
  <cp:category/>
</cp:coreProperties>
</file>