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1.xml" ContentType="application/vnd.openxmlformats-officedocument.drawingml.chart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(Billion USD)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18.5</c:v>
                </c:pt>
                <c:pt idx="1">
                  <c:v>19.2</c:v>
                </c:pt>
                <c:pt idx="2">
                  <c:v>20.100000000000001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CD-4FDF-88C0-390D9F7D80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41AACB-6AB3-4BC4-871C-6D2A084D894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9D64173-E7B3-43B8-87FF-64040B344450}">
      <dgm:prSet/>
      <dgm:spPr/>
      <dgm:t>
        <a:bodyPr/>
        <a:lstStyle/>
        <a:p>
          <a:r>
            <a:rPr lang="en-US"/>
            <a:t>Overview of Kimberly-Clark’s transformation journey</a:t>
          </a:r>
        </a:p>
      </dgm:t>
    </dgm:pt>
    <dgm:pt modelId="{53E16A7D-D149-4E8A-9A2F-5B4434528E37}" type="parTrans" cxnId="{BDE7589A-5CD1-46D7-91FE-1F35A716277E}">
      <dgm:prSet/>
      <dgm:spPr/>
      <dgm:t>
        <a:bodyPr/>
        <a:lstStyle/>
        <a:p>
          <a:endParaRPr lang="en-US"/>
        </a:p>
      </dgm:t>
    </dgm:pt>
    <dgm:pt modelId="{8A73EED8-A69E-455C-9F0D-4E4345119C5F}" type="sibTrans" cxnId="{BDE7589A-5CD1-46D7-91FE-1F35A716277E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A457CD6-DEE1-41F6-8773-DF31A9A25AB1}">
      <dgm:prSet/>
      <dgm:spPr/>
      <dgm:t>
        <a:bodyPr/>
        <a:lstStyle/>
        <a:p>
          <a:r>
            <a:rPr lang="en-US"/>
            <a:t>Key strategic pillars: Innovation, Efficiency, Digital Integration</a:t>
          </a:r>
        </a:p>
      </dgm:t>
    </dgm:pt>
    <dgm:pt modelId="{E44FFE8C-77BA-4058-BA31-7742D939B33B}" type="parTrans" cxnId="{BD410727-28C4-4B5D-B472-AD206E70420E}">
      <dgm:prSet/>
      <dgm:spPr/>
      <dgm:t>
        <a:bodyPr/>
        <a:lstStyle/>
        <a:p>
          <a:endParaRPr lang="en-US"/>
        </a:p>
      </dgm:t>
    </dgm:pt>
    <dgm:pt modelId="{0085053E-F9C8-493B-A290-B83D6252F7F8}" type="sibTrans" cxnId="{BD410727-28C4-4B5D-B472-AD206E70420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0DA8392D-AFF9-47A0-BF97-6326A56C5243}">
      <dgm:prSet/>
      <dgm:spPr/>
      <dgm:t>
        <a:bodyPr/>
        <a:lstStyle/>
        <a:p>
          <a:r>
            <a:rPr lang="en-US"/>
            <a:t>Purpose: Inform, align, and inspire stakeholders</a:t>
          </a:r>
        </a:p>
      </dgm:t>
    </dgm:pt>
    <dgm:pt modelId="{97A15D65-73D9-4F09-8045-590411F9FC8C}" type="parTrans" cxnId="{ECAFAFEB-32C5-4B21-96C0-999BD00C0817}">
      <dgm:prSet/>
      <dgm:spPr/>
      <dgm:t>
        <a:bodyPr/>
        <a:lstStyle/>
        <a:p>
          <a:endParaRPr lang="en-US"/>
        </a:p>
      </dgm:t>
    </dgm:pt>
    <dgm:pt modelId="{3AB60854-96BB-494D-BAE2-BEC8B4DEA3E3}" type="sibTrans" cxnId="{ECAFAFEB-32C5-4B21-96C0-999BD00C0817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E0F767F-4C1A-4610-94D0-21FB7A69AF1C}" type="pres">
      <dgm:prSet presAssocID="{5741AACB-6AB3-4BC4-871C-6D2A084D894C}" presName="Name0" presStyleCnt="0">
        <dgm:presLayoutVars>
          <dgm:animLvl val="lvl"/>
          <dgm:resizeHandles val="exact"/>
        </dgm:presLayoutVars>
      </dgm:prSet>
      <dgm:spPr/>
    </dgm:pt>
    <dgm:pt modelId="{ADD48FD1-5979-42CF-A813-00EC1D31CF34}" type="pres">
      <dgm:prSet presAssocID="{49D64173-E7B3-43B8-87FF-64040B344450}" presName="compositeNode" presStyleCnt="0">
        <dgm:presLayoutVars>
          <dgm:bulletEnabled val="1"/>
        </dgm:presLayoutVars>
      </dgm:prSet>
      <dgm:spPr/>
    </dgm:pt>
    <dgm:pt modelId="{FBEF1CCA-C44A-4351-AA5C-68522E333D74}" type="pres">
      <dgm:prSet presAssocID="{49D64173-E7B3-43B8-87FF-64040B344450}" presName="bgRect" presStyleLbl="bgAccFollowNode1" presStyleIdx="0" presStyleCnt="3"/>
      <dgm:spPr/>
    </dgm:pt>
    <dgm:pt modelId="{2581F2BD-C902-42FF-A1AD-CB2A0322FC70}" type="pres">
      <dgm:prSet presAssocID="{8A73EED8-A69E-455C-9F0D-4E4345119C5F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4246FD09-0B24-443A-B12F-5A38CE9101AA}" type="pres">
      <dgm:prSet presAssocID="{49D64173-E7B3-43B8-87FF-64040B344450}" presName="bottomLine" presStyleLbl="alignNode1" presStyleIdx="1" presStyleCnt="6">
        <dgm:presLayoutVars/>
      </dgm:prSet>
      <dgm:spPr/>
    </dgm:pt>
    <dgm:pt modelId="{93ABA86B-079A-42A3-BC12-70FCBB9A0FBA}" type="pres">
      <dgm:prSet presAssocID="{49D64173-E7B3-43B8-87FF-64040B344450}" presName="nodeText" presStyleLbl="bgAccFollowNode1" presStyleIdx="0" presStyleCnt="3">
        <dgm:presLayoutVars>
          <dgm:bulletEnabled val="1"/>
        </dgm:presLayoutVars>
      </dgm:prSet>
      <dgm:spPr/>
    </dgm:pt>
    <dgm:pt modelId="{720DE51E-25CF-4424-81FC-DD14F80CF4D4}" type="pres">
      <dgm:prSet presAssocID="{8A73EED8-A69E-455C-9F0D-4E4345119C5F}" presName="sibTrans" presStyleCnt="0"/>
      <dgm:spPr/>
    </dgm:pt>
    <dgm:pt modelId="{B3B2743C-50AA-4ECD-9D2C-1B839A15392D}" type="pres">
      <dgm:prSet presAssocID="{BA457CD6-DEE1-41F6-8773-DF31A9A25AB1}" presName="compositeNode" presStyleCnt="0">
        <dgm:presLayoutVars>
          <dgm:bulletEnabled val="1"/>
        </dgm:presLayoutVars>
      </dgm:prSet>
      <dgm:spPr/>
    </dgm:pt>
    <dgm:pt modelId="{2A1587AE-7A59-4935-ACDC-F24F31CA8BA1}" type="pres">
      <dgm:prSet presAssocID="{BA457CD6-DEE1-41F6-8773-DF31A9A25AB1}" presName="bgRect" presStyleLbl="bgAccFollowNode1" presStyleIdx="1" presStyleCnt="3"/>
      <dgm:spPr/>
    </dgm:pt>
    <dgm:pt modelId="{C3ECB86A-B00C-4F19-89EC-6E5DD41BFE3D}" type="pres">
      <dgm:prSet presAssocID="{0085053E-F9C8-493B-A290-B83D6252F7F8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D8F948D4-DFC6-4D78-B069-AF2DBF08D7C4}" type="pres">
      <dgm:prSet presAssocID="{BA457CD6-DEE1-41F6-8773-DF31A9A25AB1}" presName="bottomLine" presStyleLbl="alignNode1" presStyleIdx="3" presStyleCnt="6">
        <dgm:presLayoutVars/>
      </dgm:prSet>
      <dgm:spPr/>
    </dgm:pt>
    <dgm:pt modelId="{9F438BD3-2F98-4E5D-8110-A95365412F2D}" type="pres">
      <dgm:prSet presAssocID="{BA457CD6-DEE1-41F6-8773-DF31A9A25AB1}" presName="nodeText" presStyleLbl="bgAccFollowNode1" presStyleIdx="1" presStyleCnt="3">
        <dgm:presLayoutVars>
          <dgm:bulletEnabled val="1"/>
        </dgm:presLayoutVars>
      </dgm:prSet>
      <dgm:spPr/>
    </dgm:pt>
    <dgm:pt modelId="{F6AF66D9-06E7-4F35-AD2C-514C0BDFA31F}" type="pres">
      <dgm:prSet presAssocID="{0085053E-F9C8-493B-A290-B83D6252F7F8}" presName="sibTrans" presStyleCnt="0"/>
      <dgm:spPr/>
    </dgm:pt>
    <dgm:pt modelId="{85044920-C82A-49DB-B869-E0774396D681}" type="pres">
      <dgm:prSet presAssocID="{0DA8392D-AFF9-47A0-BF97-6326A56C5243}" presName="compositeNode" presStyleCnt="0">
        <dgm:presLayoutVars>
          <dgm:bulletEnabled val="1"/>
        </dgm:presLayoutVars>
      </dgm:prSet>
      <dgm:spPr/>
    </dgm:pt>
    <dgm:pt modelId="{3A3C30A7-E900-4B31-9682-CFADDFF3F890}" type="pres">
      <dgm:prSet presAssocID="{0DA8392D-AFF9-47A0-BF97-6326A56C5243}" presName="bgRect" presStyleLbl="bgAccFollowNode1" presStyleIdx="2" presStyleCnt="3"/>
      <dgm:spPr/>
    </dgm:pt>
    <dgm:pt modelId="{20F7E6EF-F596-47B6-B799-10BFDF165BB8}" type="pres">
      <dgm:prSet presAssocID="{3AB60854-96BB-494D-BAE2-BEC8B4DEA3E3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D0658D2A-A1C7-45E9-B59C-7D928689CDB5}" type="pres">
      <dgm:prSet presAssocID="{0DA8392D-AFF9-47A0-BF97-6326A56C5243}" presName="bottomLine" presStyleLbl="alignNode1" presStyleIdx="5" presStyleCnt="6">
        <dgm:presLayoutVars/>
      </dgm:prSet>
      <dgm:spPr/>
    </dgm:pt>
    <dgm:pt modelId="{29E1F3AE-B784-442E-B014-A228FA29999B}" type="pres">
      <dgm:prSet presAssocID="{0DA8392D-AFF9-47A0-BF97-6326A56C5243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E9BB420F-8A78-45F9-99DA-29C2327F1CC9}" type="presOf" srcId="{8A73EED8-A69E-455C-9F0D-4E4345119C5F}" destId="{2581F2BD-C902-42FF-A1AD-CB2A0322FC70}" srcOrd="0" destOrd="0" presId="urn:microsoft.com/office/officeart/2016/7/layout/BasicLinearProcessNumbered"/>
    <dgm:cxn modelId="{5611A20F-32C9-459B-AC4E-B0383A9E9AE8}" type="presOf" srcId="{49D64173-E7B3-43B8-87FF-64040B344450}" destId="{FBEF1CCA-C44A-4351-AA5C-68522E333D74}" srcOrd="0" destOrd="0" presId="urn:microsoft.com/office/officeart/2016/7/layout/BasicLinearProcessNumbered"/>
    <dgm:cxn modelId="{A980B51A-A1BC-4BF9-8023-C478EABFFD84}" type="presOf" srcId="{5741AACB-6AB3-4BC4-871C-6D2A084D894C}" destId="{0E0F767F-4C1A-4610-94D0-21FB7A69AF1C}" srcOrd="0" destOrd="0" presId="urn:microsoft.com/office/officeart/2016/7/layout/BasicLinearProcessNumbered"/>
    <dgm:cxn modelId="{BD410727-28C4-4B5D-B472-AD206E70420E}" srcId="{5741AACB-6AB3-4BC4-871C-6D2A084D894C}" destId="{BA457CD6-DEE1-41F6-8773-DF31A9A25AB1}" srcOrd="1" destOrd="0" parTransId="{E44FFE8C-77BA-4058-BA31-7742D939B33B}" sibTransId="{0085053E-F9C8-493B-A290-B83D6252F7F8}"/>
    <dgm:cxn modelId="{E4E37635-26CC-4CEC-81A9-6454E6207336}" type="presOf" srcId="{0DA8392D-AFF9-47A0-BF97-6326A56C5243}" destId="{29E1F3AE-B784-442E-B014-A228FA29999B}" srcOrd="1" destOrd="0" presId="urn:microsoft.com/office/officeart/2016/7/layout/BasicLinearProcessNumbered"/>
    <dgm:cxn modelId="{4A64B95B-30D5-4D40-92A4-B051E3D38331}" type="presOf" srcId="{3AB60854-96BB-494D-BAE2-BEC8B4DEA3E3}" destId="{20F7E6EF-F596-47B6-B799-10BFDF165BB8}" srcOrd="0" destOrd="0" presId="urn:microsoft.com/office/officeart/2016/7/layout/BasicLinearProcessNumbered"/>
    <dgm:cxn modelId="{CD1F476D-8E90-4922-B9EE-1AE2B31B9AFF}" type="presOf" srcId="{BA457CD6-DEE1-41F6-8773-DF31A9A25AB1}" destId="{2A1587AE-7A59-4935-ACDC-F24F31CA8BA1}" srcOrd="0" destOrd="0" presId="urn:microsoft.com/office/officeart/2016/7/layout/BasicLinearProcessNumbered"/>
    <dgm:cxn modelId="{992BA990-466B-4F76-9FC6-CE5B65BD5EE4}" type="presOf" srcId="{0DA8392D-AFF9-47A0-BF97-6326A56C5243}" destId="{3A3C30A7-E900-4B31-9682-CFADDFF3F890}" srcOrd="0" destOrd="0" presId="urn:microsoft.com/office/officeart/2016/7/layout/BasicLinearProcessNumbered"/>
    <dgm:cxn modelId="{BDE7589A-5CD1-46D7-91FE-1F35A716277E}" srcId="{5741AACB-6AB3-4BC4-871C-6D2A084D894C}" destId="{49D64173-E7B3-43B8-87FF-64040B344450}" srcOrd="0" destOrd="0" parTransId="{53E16A7D-D149-4E8A-9A2F-5B4434528E37}" sibTransId="{8A73EED8-A69E-455C-9F0D-4E4345119C5F}"/>
    <dgm:cxn modelId="{9245DFBD-E5BB-4768-949B-8E06436448E6}" type="presOf" srcId="{BA457CD6-DEE1-41F6-8773-DF31A9A25AB1}" destId="{9F438BD3-2F98-4E5D-8110-A95365412F2D}" srcOrd="1" destOrd="0" presId="urn:microsoft.com/office/officeart/2016/7/layout/BasicLinearProcessNumbered"/>
    <dgm:cxn modelId="{205F87CE-112A-40DC-8C3C-1C10BB1385D3}" type="presOf" srcId="{0085053E-F9C8-493B-A290-B83D6252F7F8}" destId="{C3ECB86A-B00C-4F19-89EC-6E5DD41BFE3D}" srcOrd="0" destOrd="0" presId="urn:microsoft.com/office/officeart/2016/7/layout/BasicLinearProcessNumbered"/>
    <dgm:cxn modelId="{31B73FDC-E3FF-4BE3-8196-7D774DF0996A}" type="presOf" srcId="{49D64173-E7B3-43B8-87FF-64040B344450}" destId="{93ABA86B-079A-42A3-BC12-70FCBB9A0FBA}" srcOrd="1" destOrd="0" presId="urn:microsoft.com/office/officeart/2016/7/layout/BasicLinearProcessNumbered"/>
    <dgm:cxn modelId="{ECAFAFEB-32C5-4B21-96C0-999BD00C0817}" srcId="{5741AACB-6AB3-4BC4-871C-6D2A084D894C}" destId="{0DA8392D-AFF9-47A0-BF97-6326A56C5243}" srcOrd="2" destOrd="0" parTransId="{97A15D65-73D9-4F09-8045-590411F9FC8C}" sibTransId="{3AB60854-96BB-494D-BAE2-BEC8B4DEA3E3}"/>
    <dgm:cxn modelId="{5CA43A70-F4B8-4C89-A24E-04135186F076}" type="presParOf" srcId="{0E0F767F-4C1A-4610-94D0-21FB7A69AF1C}" destId="{ADD48FD1-5979-42CF-A813-00EC1D31CF34}" srcOrd="0" destOrd="0" presId="urn:microsoft.com/office/officeart/2016/7/layout/BasicLinearProcessNumbered"/>
    <dgm:cxn modelId="{BFB78D84-BCCA-4E40-9226-13CF5F69BBDE}" type="presParOf" srcId="{ADD48FD1-5979-42CF-A813-00EC1D31CF34}" destId="{FBEF1CCA-C44A-4351-AA5C-68522E333D74}" srcOrd="0" destOrd="0" presId="urn:microsoft.com/office/officeart/2016/7/layout/BasicLinearProcessNumbered"/>
    <dgm:cxn modelId="{58B47F98-5EF2-4D96-AE6A-ED3351142495}" type="presParOf" srcId="{ADD48FD1-5979-42CF-A813-00EC1D31CF34}" destId="{2581F2BD-C902-42FF-A1AD-CB2A0322FC70}" srcOrd="1" destOrd="0" presId="urn:microsoft.com/office/officeart/2016/7/layout/BasicLinearProcessNumbered"/>
    <dgm:cxn modelId="{D2DE48A1-6793-40EB-8944-E86B35716873}" type="presParOf" srcId="{ADD48FD1-5979-42CF-A813-00EC1D31CF34}" destId="{4246FD09-0B24-443A-B12F-5A38CE9101AA}" srcOrd="2" destOrd="0" presId="urn:microsoft.com/office/officeart/2016/7/layout/BasicLinearProcessNumbered"/>
    <dgm:cxn modelId="{BC3362A1-5C84-4358-8EC4-71CE55FF1F55}" type="presParOf" srcId="{ADD48FD1-5979-42CF-A813-00EC1D31CF34}" destId="{93ABA86B-079A-42A3-BC12-70FCBB9A0FBA}" srcOrd="3" destOrd="0" presId="urn:microsoft.com/office/officeart/2016/7/layout/BasicLinearProcessNumbered"/>
    <dgm:cxn modelId="{7E0E104A-4DDC-4FEF-90E2-B9787509A173}" type="presParOf" srcId="{0E0F767F-4C1A-4610-94D0-21FB7A69AF1C}" destId="{720DE51E-25CF-4424-81FC-DD14F80CF4D4}" srcOrd="1" destOrd="0" presId="urn:microsoft.com/office/officeart/2016/7/layout/BasicLinearProcessNumbered"/>
    <dgm:cxn modelId="{A87B695B-0A64-46B1-8D38-098108BA1053}" type="presParOf" srcId="{0E0F767F-4C1A-4610-94D0-21FB7A69AF1C}" destId="{B3B2743C-50AA-4ECD-9D2C-1B839A15392D}" srcOrd="2" destOrd="0" presId="urn:microsoft.com/office/officeart/2016/7/layout/BasicLinearProcessNumbered"/>
    <dgm:cxn modelId="{FD648877-9BA9-4A1B-8A11-AD73506B7DBC}" type="presParOf" srcId="{B3B2743C-50AA-4ECD-9D2C-1B839A15392D}" destId="{2A1587AE-7A59-4935-ACDC-F24F31CA8BA1}" srcOrd="0" destOrd="0" presId="urn:microsoft.com/office/officeart/2016/7/layout/BasicLinearProcessNumbered"/>
    <dgm:cxn modelId="{E7C207B8-6107-4A86-B665-FFF90D67AD18}" type="presParOf" srcId="{B3B2743C-50AA-4ECD-9D2C-1B839A15392D}" destId="{C3ECB86A-B00C-4F19-89EC-6E5DD41BFE3D}" srcOrd="1" destOrd="0" presId="urn:microsoft.com/office/officeart/2016/7/layout/BasicLinearProcessNumbered"/>
    <dgm:cxn modelId="{ABD1B82B-D65E-4AFA-BCEA-B0370AECCFDC}" type="presParOf" srcId="{B3B2743C-50AA-4ECD-9D2C-1B839A15392D}" destId="{D8F948D4-DFC6-4D78-B069-AF2DBF08D7C4}" srcOrd="2" destOrd="0" presId="urn:microsoft.com/office/officeart/2016/7/layout/BasicLinearProcessNumbered"/>
    <dgm:cxn modelId="{6EBD38CE-75E7-409A-98FA-5721CBAFAC0D}" type="presParOf" srcId="{B3B2743C-50AA-4ECD-9D2C-1B839A15392D}" destId="{9F438BD3-2F98-4E5D-8110-A95365412F2D}" srcOrd="3" destOrd="0" presId="urn:microsoft.com/office/officeart/2016/7/layout/BasicLinearProcessNumbered"/>
    <dgm:cxn modelId="{4AD076BB-A41C-4355-A9C4-4A1CD76CA0C0}" type="presParOf" srcId="{0E0F767F-4C1A-4610-94D0-21FB7A69AF1C}" destId="{F6AF66D9-06E7-4F35-AD2C-514C0BDFA31F}" srcOrd="3" destOrd="0" presId="urn:microsoft.com/office/officeart/2016/7/layout/BasicLinearProcessNumbered"/>
    <dgm:cxn modelId="{AE52109D-8531-469E-9DBC-E21C82F1BE73}" type="presParOf" srcId="{0E0F767F-4C1A-4610-94D0-21FB7A69AF1C}" destId="{85044920-C82A-49DB-B869-E0774396D681}" srcOrd="4" destOrd="0" presId="urn:microsoft.com/office/officeart/2016/7/layout/BasicLinearProcessNumbered"/>
    <dgm:cxn modelId="{94B1A85C-B511-461E-B760-35A4E20D5F53}" type="presParOf" srcId="{85044920-C82A-49DB-B869-E0774396D681}" destId="{3A3C30A7-E900-4B31-9682-CFADDFF3F890}" srcOrd="0" destOrd="0" presId="urn:microsoft.com/office/officeart/2016/7/layout/BasicLinearProcessNumbered"/>
    <dgm:cxn modelId="{3D0DB606-C69D-492C-80CF-E0E2C4F98766}" type="presParOf" srcId="{85044920-C82A-49DB-B869-E0774396D681}" destId="{20F7E6EF-F596-47B6-B799-10BFDF165BB8}" srcOrd="1" destOrd="0" presId="urn:microsoft.com/office/officeart/2016/7/layout/BasicLinearProcessNumbered"/>
    <dgm:cxn modelId="{0D390318-293B-4FE4-B5B3-EFC1E110A755}" type="presParOf" srcId="{85044920-C82A-49DB-B869-E0774396D681}" destId="{D0658D2A-A1C7-45E9-B59C-7D928689CDB5}" srcOrd="2" destOrd="0" presId="urn:microsoft.com/office/officeart/2016/7/layout/BasicLinearProcessNumbered"/>
    <dgm:cxn modelId="{D379C960-8B1F-4C2B-8DA2-C352EEFF1FF1}" type="presParOf" srcId="{85044920-C82A-49DB-B869-E0774396D681}" destId="{29E1F3AE-B784-442E-B014-A228FA29999B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295EED-EFDB-4009-BC46-C9549EF479F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B14298A-5036-4C56-BA45-F82C96B342D4}">
      <dgm:prSet/>
      <dgm:spPr/>
      <dgm:t>
        <a:bodyPr/>
        <a:lstStyle/>
        <a:p>
          <a:r>
            <a:rPr lang="en-US"/>
            <a:t>Global presence and brand portfolio (Huggies, Kleenex, Cottonelle)</a:t>
          </a:r>
        </a:p>
      </dgm:t>
    </dgm:pt>
    <dgm:pt modelId="{688D0BAD-648C-4D57-A717-BA9874EE7119}" type="parTrans" cxnId="{31801680-9ABE-42CB-891A-0C70F0E08839}">
      <dgm:prSet/>
      <dgm:spPr/>
      <dgm:t>
        <a:bodyPr/>
        <a:lstStyle/>
        <a:p>
          <a:endParaRPr lang="en-US"/>
        </a:p>
      </dgm:t>
    </dgm:pt>
    <dgm:pt modelId="{269C2B4D-7751-40D6-BE90-04523BA784A1}" type="sibTrans" cxnId="{31801680-9ABE-42CB-891A-0C70F0E08839}">
      <dgm:prSet/>
      <dgm:spPr/>
      <dgm:t>
        <a:bodyPr/>
        <a:lstStyle/>
        <a:p>
          <a:endParaRPr lang="en-US"/>
        </a:p>
      </dgm:t>
    </dgm:pt>
    <dgm:pt modelId="{209FD5A6-2D3A-463C-9EBA-19D24266F50F}">
      <dgm:prSet/>
      <dgm:spPr/>
      <dgm:t>
        <a:bodyPr/>
        <a:lstStyle/>
        <a:p>
          <a:r>
            <a:rPr lang="en-US"/>
            <a:t>Financial highlights (2025 performance, dividend yield, market position)</a:t>
          </a:r>
        </a:p>
      </dgm:t>
    </dgm:pt>
    <dgm:pt modelId="{9317D1BC-FC95-4AEF-9044-776FFC7C96DD}" type="parTrans" cxnId="{786F4746-D477-4FFC-A1C6-A60561FC853C}">
      <dgm:prSet/>
      <dgm:spPr/>
      <dgm:t>
        <a:bodyPr/>
        <a:lstStyle/>
        <a:p>
          <a:endParaRPr lang="en-US"/>
        </a:p>
      </dgm:t>
    </dgm:pt>
    <dgm:pt modelId="{8A023E62-CBE0-4740-8AB0-D7A2E0948BA4}" type="sibTrans" cxnId="{786F4746-D477-4FFC-A1C6-A60561FC853C}">
      <dgm:prSet/>
      <dgm:spPr/>
      <dgm:t>
        <a:bodyPr/>
        <a:lstStyle/>
        <a:p>
          <a:endParaRPr lang="en-US"/>
        </a:p>
      </dgm:t>
    </dgm:pt>
    <dgm:pt modelId="{10C149A5-FBF4-496D-A2DC-464402FAA37D}">
      <dgm:prSet/>
      <dgm:spPr/>
      <dgm:t>
        <a:bodyPr/>
        <a:lstStyle/>
        <a:p>
          <a:r>
            <a:rPr lang="en-US"/>
            <a:t>Strategic importance of transformation</a:t>
          </a:r>
        </a:p>
      </dgm:t>
    </dgm:pt>
    <dgm:pt modelId="{D704351F-13C2-4083-8729-EAF684EC83FD}" type="parTrans" cxnId="{C8B5E0B6-4A84-4C97-9BA8-2B2716AA9414}">
      <dgm:prSet/>
      <dgm:spPr/>
      <dgm:t>
        <a:bodyPr/>
        <a:lstStyle/>
        <a:p>
          <a:endParaRPr lang="en-US"/>
        </a:p>
      </dgm:t>
    </dgm:pt>
    <dgm:pt modelId="{265742D0-F303-4437-8DC7-D9DABDE5E6DA}" type="sibTrans" cxnId="{C8B5E0B6-4A84-4C97-9BA8-2B2716AA9414}">
      <dgm:prSet/>
      <dgm:spPr/>
      <dgm:t>
        <a:bodyPr/>
        <a:lstStyle/>
        <a:p>
          <a:endParaRPr lang="en-US"/>
        </a:p>
      </dgm:t>
    </dgm:pt>
    <dgm:pt modelId="{E4A38C7A-AB7A-4E73-B1C0-255827BC1F29}" type="pres">
      <dgm:prSet presAssocID="{90295EED-EFDB-4009-BC46-C9549EF479FA}" presName="root" presStyleCnt="0">
        <dgm:presLayoutVars>
          <dgm:dir/>
          <dgm:resizeHandles val="exact"/>
        </dgm:presLayoutVars>
      </dgm:prSet>
      <dgm:spPr/>
    </dgm:pt>
    <dgm:pt modelId="{429BA97B-01A2-467D-8155-6117F1BDDD9D}" type="pres">
      <dgm:prSet presAssocID="{90295EED-EFDB-4009-BC46-C9549EF479FA}" presName="container" presStyleCnt="0">
        <dgm:presLayoutVars>
          <dgm:dir/>
          <dgm:resizeHandles val="exact"/>
        </dgm:presLayoutVars>
      </dgm:prSet>
      <dgm:spPr/>
    </dgm:pt>
    <dgm:pt modelId="{27A0DB97-E170-4DD8-B2D2-13C9F154F58A}" type="pres">
      <dgm:prSet presAssocID="{CB14298A-5036-4C56-BA45-F82C96B342D4}" presName="compNode" presStyleCnt="0"/>
      <dgm:spPr/>
    </dgm:pt>
    <dgm:pt modelId="{BB8303F0-8686-410A-9B3C-EACBDB292195}" type="pres">
      <dgm:prSet presAssocID="{CB14298A-5036-4C56-BA45-F82C96B342D4}" presName="iconBgRect" presStyleLbl="bgShp" presStyleIdx="0" presStyleCnt="3"/>
      <dgm:spPr/>
    </dgm:pt>
    <dgm:pt modelId="{AF290894-EEA4-46C7-85A3-2498AAF5F616}" type="pres">
      <dgm:prSet presAssocID="{CB14298A-5036-4C56-BA45-F82C96B342D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fied Brand"/>
        </a:ext>
      </dgm:extLst>
    </dgm:pt>
    <dgm:pt modelId="{117B432F-EAEC-4FA3-BB7A-8DAD376C7245}" type="pres">
      <dgm:prSet presAssocID="{CB14298A-5036-4C56-BA45-F82C96B342D4}" presName="spaceRect" presStyleCnt="0"/>
      <dgm:spPr/>
    </dgm:pt>
    <dgm:pt modelId="{4A88063D-3811-49FB-9336-AA8B806695A9}" type="pres">
      <dgm:prSet presAssocID="{CB14298A-5036-4C56-BA45-F82C96B342D4}" presName="textRect" presStyleLbl="revTx" presStyleIdx="0" presStyleCnt="3">
        <dgm:presLayoutVars>
          <dgm:chMax val="1"/>
          <dgm:chPref val="1"/>
        </dgm:presLayoutVars>
      </dgm:prSet>
      <dgm:spPr/>
    </dgm:pt>
    <dgm:pt modelId="{ECF38F67-DD5A-49A9-9172-A782F9A76F83}" type="pres">
      <dgm:prSet presAssocID="{269C2B4D-7751-40D6-BE90-04523BA784A1}" presName="sibTrans" presStyleLbl="sibTrans2D1" presStyleIdx="0" presStyleCnt="0"/>
      <dgm:spPr/>
    </dgm:pt>
    <dgm:pt modelId="{C73AA5BC-9231-4DBA-97BE-80F7241155EA}" type="pres">
      <dgm:prSet presAssocID="{209FD5A6-2D3A-463C-9EBA-19D24266F50F}" presName="compNode" presStyleCnt="0"/>
      <dgm:spPr/>
    </dgm:pt>
    <dgm:pt modelId="{AE427BE5-3033-492C-93A6-EDD72D945825}" type="pres">
      <dgm:prSet presAssocID="{209FD5A6-2D3A-463C-9EBA-19D24266F50F}" presName="iconBgRect" presStyleLbl="bgShp" presStyleIdx="1" presStyleCnt="3"/>
      <dgm:spPr/>
    </dgm:pt>
    <dgm:pt modelId="{F08B27D0-8C21-4EF7-88D5-89F8C971F451}" type="pres">
      <dgm:prSet presAssocID="{209FD5A6-2D3A-463C-9EBA-19D24266F50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ancial"/>
        </a:ext>
      </dgm:extLst>
    </dgm:pt>
    <dgm:pt modelId="{4268E9A5-BC4D-438A-B7EA-C7A13D51D0DC}" type="pres">
      <dgm:prSet presAssocID="{209FD5A6-2D3A-463C-9EBA-19D24266F50F}" presName="spaceRect" presStyleCnt="0"/>
      <dgm:spPr/>
    </dgm:pt>
    <dgm:pt modelId="{47E3C265-E6C1-42C1-B433-793B23979560}" type="pres">
      <dgm:prSet presAssocID="{209FD5A6-2D3A-463C-9EBA-19D24266F50F}" presName="textRect" presStyleLbl="revTx" presStyleIdx="1" presStyleCnt="3">
        <dgm:presLayoutVars>
          <dgm:chMax val="1"/>
          <dgm:chPref val="1"/>
        </dgm:presLayoutVars>
      </dgm:prSet>
      <dgm:spPr/>
    </dgm:pt>
    <dgm:pt modelId="{1C519806-3E51-4239-8FE6-253E5288C7B5}" type="pres">
      <dgm:prSet presAssocID="{8A023E62-CBE0-4740-8AB0-D7A2E0948BA4}" presName="sibTrans" presStyleLbl="sibTrans2D1" presStyleIdx="0" presStyleCnt="0"/>
      <dgm:spPr/>
    </dgm:pt>
    <dgm:pt modelId="{F9A6C2A3-BF7B-455E-8C62-44163D050202}" type="pres">
      <dgm:prSet presAssocID="{10C149A5-FBF4-496D-A2DC-464402FAA37D}" presName="compNode" presStyleCnt="0"/>
      <dgm:spPr/>
    </dgm:pt>
    <dgm:pt modelId="{944277EF-38C4-4879-8A4B-0F6926FFF297}" type="pres">
      <dgm:prSet presAssocID="{10C149A5-FBF4-496D-A2DC-464402FAA37D}" presName="iconBgRect" presStyleLbl="bgShp" presStyleIdx="2" presStyleCnt="3"/>
      <dgm:spPr/>
    </dgm:pt>
    <dgm:pt modelId="{BE302BEF-DDD9-4EAB-930D-E7DE4C0809DD}" type="pres">
      <dgm:prSet presAssocID="{10C149A5-FBF4-496D-A2DC-464402FAA37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unications"/>
        </a:ext>
      </dgm:extLst>
    </dgm:pt>
    <dgm:pt modelId="{05CEC18B-7AE1-49B3-94CD-5909FDD32F24}" type="pres">
      <dgm:prSet presAssocID="{10C149A5-FBF4-496D-A2DC-464402FAA37D}" presName="spaceRect" presStyleCnt="0"/>
      <dgm:spPr/>
    </dgm:pt>
    <dgm:pt modelId="{4F2D94FE-C4CE-4444-BC33-72764F97605B}" type="pres">
      <dgm:prSet presAssocID="{10C149A5-FBF4-496D-A2DC-464402FAA37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B48E71F-5549-4269-ADF5-9AF55B122D3D}" type="presOf" srcId="{209FD5A6-2D3A-463C-9EBA-19D24266F50F}" destId="{47E3C265-E6C1-42C1-B433-793B23979560}" srcOrd="0" destOrd="0" presId="urn:microsoft.com/office/officeart/2018/2/layout/IconCircleList"/>
    <dgm:cxn modelId="{786F4746-D477-4FFC-A1C6-A60561FC853C}" srcId="{90295EED-EFDB-4009-BC46-C9549EF479FA}" destId="{209FD5A6-2D3A-463C-9EBA-19D24266F50F}" srcOrd="1" destOrd="0" parTransId="{9317D1BC-FC95-4AEF-9044-776FFC7C96DD}" sibTransId="{8A023E62-CBE0-4740-8AB0-D7A2E0948BA4}"/>
    <dgm:cxn modelId="{7F7F2248-3897-4858-99A5-2661DA4D33BA}" type="presOf" srcId="{269C2B4D-7751-40D6-BE90-04523BA784A1}" destId="{ECF38F67-DD5A-49A9-9172-A782F9A76F83}" srcOrd="0" destOrd="0" presId="urn:microsoft.com/office/officeart/2018/2/layout/IconCircleList"/>
    <dgm:cxn modelId="{48FC2458-00F1-49C1-8500-7AE3BBE0119C}" type="presOf" srcId="{90295EED-EFDB-4009-BC46-C9549EF479FA}" destId="{E4A38C7A-AB7A-4E73-B1C0-255827BC1F29}" srcOrd="0" destOrd="0" presId="urn:microsoft.com/office/officeart/2018/2/layout/IconCircleList"/>
    <dgm:cxn modelId="{31801680-9ABE-42CB-891A-0C70F0E08839}" srcId="{90295EED-EFDB-4009-BC46-C9549EF479FA}" destId="{CB14298A-5036-4C56-BA45-F82C96B342D4}" srcOrd="0" destOrd="0" parTransId="{688D0BAD-648C-4D57-A717-BA9874EE7119}" sibTransId="{269C2B4D-7751-40D6-BE90-04523BA784A1}"/>
    <dgm:cxn modelId="{5389C184-C591-4E83-B707-9CD54F93B634}" type="presOf" srcId="{CB14298A-5036-4C56-BA45-F82C96B342D4}" destId="{4A88063D-3811-49FB-9336-AA8B806695A9}" srcOrd="0" destOrd="0" presId="urn:microsoft.com/office/officeart/2018/2/layout/IconCircleList"/>
    <dgm:cxn modelId="{C8B5E0B6-4A84-4C97-9BA8-2B2716AA9414}" srcId="{90295EED-EFDB-4009-BC46-C9549EF479FA}" destId="{10C149A5-FBF4-496D-A2DC-464402FAA37D}" srcOrd="2" destOrd="0" parTransId="{D704351F-13C2-4083-8729-EAF684EC83FD}" sibTransId="{265742D0-F303-4437-8DC7-D9DABDE5E6DA}"/>
    <dgm:cxn modelId="{482623D3-6903-4992-8FDB-34BA2CCA447F}" type="presOf" srcId="{8A023E62-CBE0-4740-8AB0-D7A2E0948BA4}" destId="{1C519806-3E51-4239-8FE6-253E5288C7B5}" srcOrd="0" destOrd="0" presId="urn:microsoft.com/office/officeart/2018/2/layout/IconCircleList"/>
    <dgm:cxn modelId="{C67D7DED-F7DE-45A0-8A38-105A988A09E3}" type="presOf" srcId="{10C149A5-FBF4-496D-A2DC-464402FAA37D}" destId="{4F2D94FE-C4CE-4444-BC33-72764F97605B}" srcOrd="0" destOrd="0" presId="urn:microsoft.com/office/officeart/2018/2/layout/IconCircleList"/>
    <dgm:cxn modelId="{4ABFF824-D06F-4E7B-9477-B91D2A9C8872}" type="presParOf" srcId="{E4A38C7A-AB7A-4E73-B1C0-255827BC1F29}" destId="{429BA97B-01A2-467D-8155-6117F1BDDD9D}" srcOrd="0" destOrd="0" presId="urn:microsoft.com/office/officeart/2018/2/layout/IconCircleList"/>
    <dgm:cxn modelId="{4378F1CE-0D8E-4A52-B4F7-F8F5B5EEA35F}" type="presParOf" srcId="{429BA97B-01A2-467D-8155-6117F1BDDD9D}" destId="{27A0DB97-E170-4DD8-B2D2-13C9F154F58A}" srcOrd="0" destOrd="0" presId="urn:microsoft.com/office/officeart/2018/2/layout/IconCircleList"/>
    <dgm:cxn modelId="{920B1A79-DD60-479F-A63C-AED716C69B72}" type="presParOf" srcId="{27A0DB97-E170-4DD8-B2D2-13C9F154F58A}" destId="{BB8303F0-8686-410A-9B3C-EACBDB292195}" srcOrd="0" destOrd="0" presId="urn:microsoft.com/office/officeart/2018/2/layout/IconCircleList"/>
    <dgm:cxn modelId="{D43646CD-5EDF-4628-B2A1-2E8F7EA8E6AA}" type="presParOf" srcId="{27A0DB97-E170-4DD8-B2D2-13C9F154F58A}" destId="{AF290894-EEA4-46C7-85A3-2498AAF5F616}" srcOrd="1" destOrd="0" presId="urn:microsoft.com/office/officeart/2018/2/layout/IconCircleList"/>
    <dgm:cxn modelId="{25E984D0-54EA-41E5-91D8-38619560DC69}" type="presParOf" srcId="{27A0DB97-E170-4DD8-B2D2-13C9F154F58A}" destId="{117B432F-EAEC-4FA3-BB7A-8DAD376C7245}" srcOrd="2" destOrd="0" presId="urn:microsoft.com/office/officeart/2018/2/layout/IconCircleList"/>
    <dgm:cxn modelId="{84AD9DE3-EFD8-4E78-B752-F39DE240BFCF}" type="presParOf" srcId="{27A0DB97-E170-4DD8-B2D2-13C9F154F58A}" destId="{4A88063D-3811-49FB-9336-AA8B806695A9}" srcOrd="3" destOrd="0" presId="urn:microsoft.com/office/officeart/2018/2/layout/IconCircleList"/>
    <dgm:cxn modelId="{CE722872-B0B9-4F27-BCFF-2A3F2A154516}" type="presParOf" srcId="{429BA97B-01A2-467D-8155-6117F1BDDD9D}" destId="{ECF38F67-DD5A-49A9-9172-A782F9A76F83}" srcOrd="1" destOrd="0" presId="urn:microsoft.com/office/officeart/2018/2/layout/IconCircleList"/>
    <dgm:cxn modelId="{5DCB6337-5E28-46B0-9441-77189E641799}" type="presParOf" srcId="{429BA97B-01A2-467D-8155-6117F1BDDD9D}" destId="{C73AA5BC-9231-4DBA-97BE-80F7241155EA}" srcOrd="2" destOrd="0" presId="urn:microsoft.com/office/officeart/2018/2/layout/IconCircleList"/>
    <dgm:cxn modelId="{512B4E0A-A437-4D2C-89A4-5F005422E078}" type="presParOf" srcId="{C73AA5BC-9231-4DBA-97BE-80F7241155EA}" destId="{AE427BE5-3033-492C-93A6-EDD72D945825}" srcOrd="0" destOrd="0" presId="urn:microsoft.com/office/officeart/2018/2/layout/IconCircleList"/>
    <dgm:cxn modelId="{5C181FB5-03CF-4D9D-96DF-BCD1B871FD28}" type="presParOf" srcId="{C73AA5BC-9231-4DBA-97BE-80F7241155EA}" destId="{F08B27D0-8C21-4EF7-88D5-89F8C971F451}" srcOrd="1" destOrd="0" presId="urn:microsoft.com/office/officeart/2018/2/layout/IconCircleList"/>
    <dgm:cxn modelId="{C01FC47A-649C-411F-B1BB-049C3502B04C}" type="presParOf" srcId="{C73AA5BC-9231-4DBA-97BE-80F7241155EA}" destId="{4268E9A5-BC4D-438A-B7EA-C7A13D51D0DC}" srcOrd="2" destOrd="0" presId="urn:microsoft.com/office/officeart/2018/2/layout/IconCircleList"/>
    <dgm:cxn modelId="{8C8A5991-A466-4D44-9A75-07E2F5191C40}" type="presParOf" srcId="{C73AA5BC-9231-4DBA-97BE-80F7241155EA}" destId="{47E3C265-E6C1-42C1-B433-793B23979560}" srcOrd="3" destOrd="0" presId="urn:microsoft.com/office/officeart/2018/2/layout/IconCircleList"/>
    <dgm:cxn modelId="{E1E26E31-1714-4781-B9CE-75A22D4FC32E}" type="presParOf" srcId="{429BA97B-01A2-467D-8155-6117F1BDDD9D}" destId="{1C519806-3E51-4239-8FE6-253E5288C7B5}" srcOrd="3" destOrd="0" presId="urn:microsoft.com/office/officeart/2018/2/layout/IconCircleList"/>
    <dgm:cxn modelId="{E47E5786-5827-4346-9ECB-93A772E9C301}" type="presParOf" srcId="{429BA97B-01A2-467D-8155-6117F1BDDD9D}" destId="{F9A6C2A3-BF7B-455E-8C62-44163D050202}" srcOrd="4" destOrd="0" presId="urn:microsoft.com/office/officeart/2018/2/layout/IconCircleList"/>
    <dgm:cxn modelId="{8BDBAA5B-699C-4C40-8B81-D5920C70448D}" type="presParOf" srcId="{F9A6C2A3-BF7B-455E-8C62-44163D050202}" destId="{944277EF-38C4-4879-8A4B-0F6926FFF297}" srcOrd="0" destOrd="0" presId="urn:microsoft.com/office/officeart/2018/2/layout/IconCircleList"/>
    <dgm:cxn modelId="{583998FE-BE58-466D-9156-DD15B8B05790}" type="presParOf" srcId="{F9A6C2A3-BF7B-455E-8C62-44163D050202}" destId="{BE302BEF-DDD9-4EAB-930D-E7DE4C0809DD}" srcOrd="1" destOrd="0" presId="urn:microsoft.com/office/officeart/2018/2/layout/IconCircleList"/>
    <dgm:cxn modelId="{0E463C48-C492-49EB-969C-FFCDFF5FEB7F}" type="presParOf" srcId="{F9A6C2A3-BF7B-455E-8C62-44163D050202}" destId="{05CEC18B-7AE1-49B3-94CD-5909FDD32F24}" srcOrd="2" destOrd="0" presId="urn:microsoft.com/office/officeart/2018/2/layout/IconCircleList"/>
    <dgm:cxn modelId="{6852513D-6C49-4C2C-B2F8-466ADD37339C}" type="presParOf" srcId="{F9A6C2A3-BF7B-455E-8C62-44163D050202}" destId="{4F2D94FE-C4CE-4444-BC33-72764F97605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6A4AE8-93CC-4850-A61F-DF871EA2C241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48829241-47E3-4D8C-8DAC-117EF4F03D5E}">
      <dgm:prSet/>
      <dgm:spPr/>
      <dgm:t>
        <a:bodyPr/>
        <a:lstStyle/>
        <a:p>
          <a:r>
            <a:rPr lang="en-US"/>
            <a:t>Launched in 2024</a:t>
          </a:r>
        </a:p>
      </dgm:t>
    </dgm:pt>
    <dgm:pt modelId="{BF2CAD4B-60B3-4FF3-9CAC-2F2FBCFC28C9}" type="parTrans" cxnId="{6A63FCFD-2C30-4103-B22F-78908EB7B847}">
      <dgm:prSet/>
      <dgm:spPr/>
      <dgm:t>
        <a:bodyPr/>
        <a:lstStyle/>
        <a:p>
          <a:endParaRPr lang="en-US"/>
        </a:p>
      </dgm:t>
    </dgm:pt>
    <dgm:pt modelId="{0E298FAF-1BAE-4780-84CD-19303CAF6614}" type="sibTrans" cxnId="{6A63FCFD-2C30-4103-B22F-78908EB7B847}">
      <dgm:prSet/>
      <dgm:spPr/>
      <dgm:t>
        <a:bodyPr/>
        <a:lstStyle/>
        <a:p>
          <a:endParaRPr lang="en-US"/>
        </a:p>
      </dgm:t>
    </dgm:pt>
    <dgm:pt modelId="{E906D0C7-FF83-4192-BDA4-656D4CB5FD31}">
      <dgm:prSet/>
      <dgm:spPr/>
      <dgm:t>
        <a:bodyPr/>
        <a:lstStyle/>
        <a:p>
          <a:r>
            <a:rPr lang="en-US"/>
            <a:t>Focus: Innovation-led growth, product mix optimization, operational efficiency</a:t>
          </a:r>
        </a:p>
      </dgm:t>
    </dgm:pt>
    <dgm:pt modelId="{724FF26C-30C8-4A9D-9D9B-4BFC60090484}" type="parTrans" cxnId="{CB7A44AE-274A-4593-ABCB-66BF7E845EE0}">
      <dgm:prSet/>
      <dgm:spPr/>
      <dgm:t>
        <a:bodyPr/>
        <a:lstStyle/>
        <a:p>
          <a:endParaRPr lang="en-US"/>
        </a:p>
      </dgm:t>
    </dgm:pt>
    <dgm:pt modelId="{2FD5A5DB-6B9B-4974-A0E2-FF4B0B8C8F19}" type="sibTrans" cxnId="{CB7A44AE-274A-4593-ABCB-66BF7E845EE0}">
      <dgm:prSet/>
      <dgm:spPr/>
      <dgm:t>
        <a:bodyPr/>
        <a:lstStyle/>
        <a:p>
          <a:endParaRPr lang="en-US"/>
        </a:p>
      </dgm:t>
    </dgm:pt>
    <dgm:pt modelId="{0A8F5F58-2FBC-4287-BACC-C0CC060C6D04}">
      <dgm:prSet/>
      <dgm:spPr/>
      <dgm:t>
        <a:bodyPr/>
        <a:lstStyle/>
        <a:p>
          <a:r>
            <a:rPr lang="en-US"/>
            <a:t>Reorganization into three powerhouse segments</a:t>
          </a:r>
        </a:p>
      </dgm:t>
    </dgm:pt>
    <dgm:pt modelId="{1067F5B8-0171-469E-8A20-3B9E766BBFB8}" type="parTrans" cxnId="{998D2A92-507B-4897-89D0-B67816F97794}">
      <dgm:prSet/>
      <dgm:spPr/>
      <dgm:t>
        <a:bodyPr/>
        <a:lstStyle/>
        <a:p>
          <a:endParaRPr lang="en-US"/>
        </a:p>
      </dgm:t>
    </dgm:pt>
    <dgm:pt modelId="{4286AA4C-3278-480D-8E1C-BEACAB0E6EC1}" type="sibTrans" cxnId="{998D2A92-507B-4897-89D0-B67816F97794}">
      <dgm:prSet/>
      <dgm:spPr/>
      <dgm:t>
        <a:bodyPr/>
        <a:lstStyle/>
        <a:p>
          <a:endParaRPr lang="en-US"/>
        </a:p>
      </dgm:t>
    </dgm:pt>
    <dgm:pt modelId="{C759DB44-05F5-428C-8A30-3F3FB3C88D39}">
      <dgm:prSet/>
      <dgm:spPr/>
      <dgm:t>
        <a:bodyPr/>
        <a:lstStyle/>
        <a:p>
          <a:r>
            <a:rPr lang="en-US"/>
            <a:t>Investment in brand and capability development</a:t>
          </a:r>
        </a:p>
      </dgm:t>
    </dgm:pt>
    <dgm:pt modelId="{261172F2-BA62-4CDF-9D48-9246A6C3A7B8}" type="parTrans" cxnId="{57CDE32B-E253-41C0-B2E3-9AF321E59959}">
      <dgm:prSet/>
      <dgm:spPr/>
      <dgm:t>
        <a:bodyPr/>
        <a:lstStyle/>
        <a:p>
          <a:endParaRPr lang="en-US"/>
        </a:p>
      </dgm:t>
    </dgm:pt>
    <dgm:pt modelId="{4DC2F931-0E0C-45B0-8B5A-01E9605FE215}" type="sibTrans" cxnId="{57CDE32B-E253-41C0-B2E3-9AF321E59959}">
      <dgm:prSet/>
      <dgm:spPr/>
      <dgm:t>
        <a:bodyPr/>
        <a:lstStyle/>
        <a:p>
          <a:endParaRPr lang="en-US"/>
        </a:p>
      </dgm:t>
    </dgm:pt>
    <dgm:pt modelId="{B40D4E25-4A74-4B7F-BE65-E5034790E560}" type="pres">
      <dgm:prSet presAssocID="{426A4AE8-93CC-4850-A61F-DF871EA2C241}" presName="root" presStyleCnt="0">
        <dgm:presLayoutVars>
          <dgm:dir/>
          <dgm:resizeHandles val="exact"/>
        </dgm:presLayoutVars>
      </dgm:prSet>
      <dgm:spPr/>
    </dgm:pt>
    <dgm:pt modelId="{520AED5E-FB55-4944-BCEE-13CE3A323385}" type="pres">
      <dgm:prSet presAssocID="{426A4AE8-93CC-4850-A61F-DF871EA2C241}" presName="container" presStyleCnt="0">
        <dgm:presLayoutVars>
          <dgm:dir/>
          <dgm:resizeHandles val="exact"/>
        </dgm:presLayoutVars>
      </dgm:prSet>
      <dgm:spPr/>
    </dgm:pt>
    <dgm:pt modelId="{A62DFEBE-BD2B-4DDB-A4CC-CC9648B74DCD}" type="pres">
      <dgm:prSet presAssocID="{48829241-47E3-4D8C-8DAC-117EF4F03D5E}" presName="compNode" presStyleCnt="0"/>
      <dgm:spPr/>
    </dgm:pt>
    <dgm:pt modelId="{FF5E04DA-EE53-4C89-B5F3-5ED6E1F14E4A}" type="pres">
      <dgm:prSet presAssocID="{48829241-47E3-4D8C-8DAC-117EF4F03D5E}" presName="iconBgRect" presStyleLbl="bgShp" presStyleIdx="0" presStyleCnt="4"/>
      <dgm:spPr/>
    </dgm:pt>
    <dgm:pt modelId="{F227815F-0241-49FE-AE18-FFA383C9F5DA}" type="pres">
      <dgm:prSet presAssocID="{48829241-47E3-4D8C-8DAC-117EF4F03D5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EC70C068-7B74-42EB-80DA-DECE4EFD8134}" type="pres">
      <dgm:prSet presAssocID="{48829241-47E3-4D8C-8DAC-117EF4F03D5E}" presName="spaceRect" presStyleCnt="0"/>
      <dgm:spPr/>
    </dgm:pt>
    <dgm:pt modelId="{63FE9A55-AF4F-474E-92E2-56FB5E1EE261}" type="pres">
      <dgm:prSet presAssocID="{48829241-47E3-4D8C-8DAC-117EF4F03D5E}" presName="textRect" presStyleLbl="revTx" presStyleIdx="0" presStyleCnt="4">
        <dgm:presLayoutVars>
          <dgm:chMax val="1"/>
          <dgm:chPref val="1"/>
        </dgm:presLayoutVars>
      </dgm:prSet>
      <dgm:spPr/>
    </dgm:pt>
    <dgm:pt modelId="{228E0756-ADBA-4C4B-93CE-64EC4B1393E0}" type="pres">
      <dgm:prSet presAssocID="{0E298FAF-1BAE-4780-84CD-19303CAF6614}" presName="sibTrans" presStyleLbl="sibTrans2D1" presStyleIdx="0" presStyleCnt="0"/>
      <dgm:spPr/>
    </dgm:pt>
    <dgm:pt modelId="{2AC781B8-753F-4C29-976E-B7D1CC84314D}" type="pres">
      <dgm:prSet presAssocID="{E906D0C7-FF83-4192-BDA4-656D4CB5FD31}" presName="compNode" presStyleCnt="0"/>
      <dgm:spPr/>
    </dgm:pt>
    <dgm:pt modelId="{020BDB6A-4AC2-4C0E-9C24-62D436D194CF}" type="pres">
      <dgm:prSet presAssocID="{E906D0C7-FF83-4192-BDA4-656D4CB5FD31}" presName="iconBgRect" presStyleLbl="bgShp" presStyleIdx="1" presStyleCnt="4"/>
      <dgm:spPr/>
    </dgm:pt>
    <dgm:pt modelId="{8357B665-E845-402C-8C38-6A37A3D6BB29}" type="pres">
      <dgm:prSet presAssocID="{E906D0C7-FF83-4192-BDA4-656D4CB5FD3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DF212F4-AF52-4FB4-B465-4DFC90BCCF28}" type="pres">
      <dgm:prSet presAssocID="{E906D0C7-FF83-4192-BDA4-656D4CB5FD31}" presName="spaceRect" presStyleCnt="0"/>
      <dgm:spPr/>
    </dgm:pt>
    <dgm:pt modelId="{C7DCD033-602D-4C60-B6CF-E0519530C6A9}" type="pres">
      <dgm:prSet presAssocID="{E906D0C7-FF83-4192-BDA4-656D4CB5FD31}" presName="textRect" presStyleLbl="revTx" presStyleIdx="1" presStyleCnt="4">
        <dgm:presLayoutVars>
          <dgm:chMax val="1"/>
          <dgm:chPref val="1"/>
        </dgm:presLayoutVars>
      </dgm:prSet>
      <dgm:spPr/>
    </dgm:pt>
    <dgm:pt modelId="{B5D9A0A0-E7E1-4C81-A368-6584B1BD0C77}" type="pres">
      <dgm:prSet presAssocID="{2FD5A5DB-6B9B-4974-A0E2-FF4B0B8C8F19}" presName="sibTrans" presStyleLbl="sibTrans2D1" presStyleIdx="0" presStyleCnt="0"/>
      <dgm:spPr/>
    </dgm:pt>
    <dgm:pt modelId="{E869388C-9631-4D8C-B78D-06E034C7EFA3}" type="pres">
      <dgm:prSet presAssocID="{0A8F5F58-2FBC-4287-BACC-C0CC060C6D04}" presName="compNode" presStyleCnt="0"/>
      <dgm:spPr/>
    </dgm:pt>
    <dgm:pt modelId="{F24698AF-5F67-428A-80F5-45036CEEBB4C}" type="pres">
      <dgm:prSet presAssocID="{0A8F5F58-2FBC-4287-BACC-C0CC060C6D04}" presName="iconBgRect" presStyleLbl="bgShp" presStyleIdx="2" presStyleCnt="4"/>
      <dgm:spPr/>
    </dgm:pt>
    <dgm:pt modelId="{9764E03E-22F3-49E6-A7E1-0E864DC1ACAC}" type="pres">
      <dgm:prSet presAssocID="{0A8F5F58-2FBC-4287-BACC-C0CC060C6D0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5D0E567-B992-4C4D-80A1-C6D5649F84AC}" type="pres">
      <dgm:prSet presAssocID="{0A8F5F58-2FBC-4287-BACC-C0CC060C6D04}" presName="spaceRect" presStyleCnt="0"/>
      <dgm:spPr/>
    </dgm:pt>
    <dgm:pt modelId="{4660ADEB-4291-4CF2-9AFA-A77D9D9CD9B3}" type="pres">
      <dgm:prSet presAssocID="{0A8F5F58-2FBC-4287-BACC-C0CC060C6D04}" presName="textRect" presStyleLbl="revTx" presStyleIdx="2" presStyleCnt="4">
        <dgm:presLayoutVars>
          <dgm:chMax val="1"/>
          <dgm:chPref val="1"/>
        </dgm:presLayoutVars>
      </dgm:prSet>
      <dgm:spPr/>
    </dgm:pt>
    <dgm:pt modelId="{86DA55D5-32F8-4364-8232-8BC530BABB06}" type="pres">
      <dgm:prSet presAssocID="{4286AA4C-3278-480D-8E1C-BEACAB0E6EC1}" presName="sibTrans" presStyleLbl="sibTrans2D1" presStyleIdx="0" presStyleCnt="0"/>
      <dgm:spPr/>
    </dgm:pt>
    <dgm:pt modelId="{9107F3D6-0BEB-4BE2-B149-E0FF10889FA9}" type="pres">
      <dgm:prSet presAssocID="{C759DB44-05F5-428C-8A30-3F3FB3C88D39}" presName="compNode" presStyleCnt="0"/>
      <dgm:spPr/>
    </dgm:pt>
    <dgm:pt modelId="{C2A6A9DC-35CE-472C-B1CA-D0CACEABA767}" type="pres">
      <dgm:prSet presAssocID="{C759DB44-05F5-428C-8A30-3F3FB3C88D39}" presName="iconBgRect" presStyleLbl="bgShp" presStyleIdx="3" presStyleCnt="4"/>
      <dgm:spPr/>
    </dgm:pt>
    <dgm:pt modelId="{220FF143-6FAA-4828-AD21-5FAAC92D073C}" type="pres">
      <dgm:prSet presAssocID="{C759DB44-05F5-428C-8A30-3F3FB3C88D3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00B8B6B-9187-4B3E-9B9A-046F3527B5D8}" type="pres">
      <dgm:prSet presAssocID="{C759DB44-05F5-428C-8A30-3F3FB3C88D39}" presName="spaceRect" presStyleCnt="0"/>
      <dgm:spPr/>
    </dgm:pt>
    <dgm:pt modelId="{25C64C84-0029-4FE2-A865-F5D906BD7787}" type="pres">
      <dgm:prSet presAssocID="{C759DB44-05F5-428C-8A30-3F3FB3C88D3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D98FB1B-947F-4EB3-BC98-B22F119E12F7}" type="presOf" srcId="{E906D0C7-FF83-4192-BDA4-656D4CB5FD31}" destId="{C7DCD033-602D-4C60-B6CF-E0519530C6A9}" srcOrd="0" destOrd="0" presId="urn:microsoft.com/office/officeart/2018/2/layout/IconCircleList"/>
    <dgm:cxn modelId="{57CDE32B-E253-41C0-B2E3-9AF321E59959}" srcId="{426A4AE8-93CC-4850-A61F-DF871EA2C241}" destId="{C759DB44-05F5-428C-8A30-3F3FB3C88D39}" srcOrd="3" destOrd="0" parTransId="{261172F2-BA62-4CDF-9D48-9246A6C3A7B8}" sibTransId="{4DC2F931-0E0C-45B0-8B5A-01E9605FE215}"/>
    <dgm:cxn modelId="{29BD1B6E-1B46-4927-88E3-1409EC651C65}" type="presOf" srcId="{426A4AE8-93CC-4850-A61F-DF871EA2C241}" destId="{B40D4E25-4A74-4B7F-BE65-E5034790E560}" srcOrd="0" destOrd="0" presId="urn:microsoft.com/office/officeart/2018/2/layout/IconCircleList"/>
    <dgm:cxn modelId="{A660F891-CBA6-4FE5-875F-85BBEB6F934C}" type="presOf" srcId="{0E298FAF-1BAE-4780-84CD-19303CAF6614}" destId="{228E0756-ADBA-4C4B-93CE-64EC4B1393E0}" srcOrd="0" destOrd="0" presId="urn:microsoft.com/office/officeart/2018/2/layout/IconCircleList"/>
    <dgm:cxn modelId="{998D2A92-507B-4897-89D0-B67816F97794}" srcId="{426A4AE8-93CC-4850-A61F-DF871EA2C241}" destId="{0A8F5F58-2FBC-4287-BACC-C0CC060C6D04}" srcOrd="2" destOrd="0" parTransId="{1067F5B8-0171-469E-8A20-3B9E766BBFB8}" sibTransId="{4286AA4C-3278-480D-8E1C-BEACAB0E6EC1}"/>
    <dgm:cxn modelId="{CB7A44AE-274A-4593-ABCB-66BF7E845EE0}" srcId="{426A4AE8-93CC-4850-A61F-DF871EA2C241}" destId="{E906D0C7-FF83-4192-BDA4-656D4CB5FD31}" srcOrd="1" destOrd="0" parTransId="{724FF26C-30C8-4A9D-9D9B-4BFC60090484}" sibTransId="{2FD5A5DB-6B9B-4974-A0E2-FF4B0B8C8F19}"/>
    <dgm:cxn modelId="{6F7355AE-DBA6-4491-8531-FCE3025567C3}" type="presOf" srcId="{C759DB44-05F5-428C-8A30-3F3FB3C88D39}" destId="{25C64C84-0029-4FE2-A865-F5D906BD7787}" srcOrd="0" destOrd="0" presId="urn:microsoft.com/office/officeart/2018/2/layout/IconCircleList"/>
    <dgm:cxn modelId="{167237C6-54FD-403F-B5C9-EE576091C487}" type="presOf" srcId="{4286AA4C-3278-480D-8E1C-BEACAB0E6EC1}" destId="{86DA55D5-32F8-4364-8232-8BC530BABB06}" srcOrd="0" destOrd="0" presId="urn:microsoft.com/office/officeart/2018/2/layout/IconCircleList"/>
    <dgm:cxn modelId="{824620F4-5146-4105-850C-3BD8A697F2DB}" type="presOf" srcId="{2FD5A5DB-6B9B-4974-A0E2-FF4B0B8C8F19}" destId="{B5D9A0A0-E7E1-4C81-A368-6584B1BD0C77}" srcOrd="0" destOrd="0" presId="urn:microsoft.com/office/officeart/2018/2/layout/IconCircleList"/>
    <dgm:cxn modelId="{74A6D1F4-56FC-41D4-AD45-A6462F3F978A}" type="presOf" srcId="{48829241-47E3-4D8C-8DAC-117EF4F03D5E}" destId="{63FE9A55-AF4F-474E-92E2-56FB5E1EE261}" srcOrd="0" destOrd="0" presId="urn:microsoft.com/office/officeart/2018/2/layout/IconCircleList"/>
    <dgm:cxn modelId="{7EC417FD-6D9B-4F09-85FF-57E0F9094CB4}" type="presOf" srcId="{0A8F5F58-2FBC-4287-BACC-C0CC060C6D04}" destId="{4660ADEB-4291-4CF2-9AFA-A77D9D9CD9B3}" srcOrd="0" destOrd="0" presId="urn:microsoft.com/office/officeart/2018/2/layout/IconCircleList"/>
    <dgm:cxn modelId="{6A63FCFD-2C30-4103-B22F-78908EB7B847}" srcId="{426A4AE8-93CC-4850-A61F-DF871EA2C241}" destId="{48829241-47E3-4D8C-8DAC-117EF4F03D5E}" srcOrd="0" destOrd="0" parTransId="{BF2CAD4B-60B3-4FF3-9CAC-2F2FBCFC28C9}" sibTransId="{0E298FAF-1BAE-4780-84CD-19303CAF6614}"/>
    <dgm:cxn modelId="{A9447362-CBA1-4EB7-930F-7BE5F4BFB9CF}" type="presParOf" srcId="{B40D4E25-4A74-4B7F-BE65-E5034790E560}" destId="{520AED5E-FB55-4944-BCEE-13CE3A323385}" srcOrd="0" destOrd="0" presId="urn:microsoft.com/office/officeart/2018/2/layout/IconCircleList"/>
    <dgm:cxn modelId="{C08E0703-CD63-4CB8-9710-A9CCD31BBC7E}" type="presParOf" srcId="{520AED5E-FB55-4944-BCEE-13CE3A323385}" destId="{A62DFEBE-BD2B-4DDB-A4CC-CC9648B74DCD}" srcOrd="0" destOrd="0" presId="urn:microsoft.com/office/officeart/2018/2/layout/IconCircleList"/>
    <dgm:cxn modelId="{2E03852A-C424-4A20-935E-14686E96CA6D}" type="presParOf" srcId="{A62DFEBE-BD2B-4DDB-A4CC-CC9648B74DCD}" destId="{FF5E04DA-EE53-4C89-B5F3-5ED6E1F14E4A}" srcOrd="0" destOrd="0" presId="urn:microsoft.com/office/officeart/2018/2/layout/IconCircleList"/>
    <dgm:cxn modelId="{375AE2F2-120F-4158-9D65-7F0AF876144D}" type="presParOf" srcId="{A62DFEBE-BD2B-4DDB-A4CC-CC9648B74DCD}" destId="{F227815F-0241-49FE-AE18-FFA383C9F5DA}" srcOrd="1" destOrd="0" presId="urn:microsoft.com/office/officeart/2018/2/layout/IconCircleList"/>
    <dgm:cxn modelId="{B02FBD34-C499-41CC-B39B-A5677F7A3490}" type="presParOf" srcId="{A62DFEBE-BD2B-4DDB-A4CC-CC9648B74DCD}" destId="{EC70C068-7B74-42EB-80DA-DECE4EFD8134}" srcOrd="2" destOrd="0" presId="urn:microsoft.com/office/officeart/2018/2/layout/IconCircleList"/>
    <dgm:cxn modelId="{E1902E29-4BCF-4D93-8AAC-04A72560EF66}" type="presParOf" srcId="{A62DFEBE-BD2B-4DDB-A4CC-CC9648B74DCD}" destId="{63FE9A55-AF4F-474E-92E2-56FB5E1EE261}" srcOrd="3" destOrd="0" presId="urn:microsoft.com/office/officeart/2018/2/layout/IconCircleList"/>
    <dgm:cxn modelId="{B5CBD83C-EFA0-444B-9181-A08EC47E0D79}" type="presParOf" srcId="{520AED5E-FB55-4944-BCEE-13CE3A323385}" destId="{228E0756-ADBA-4C4B-93CE-64EC4B1393E0}" srcOrd="1" destOrd="0" presId="urn:microsoft.com/office/officeart/2018/2/layout/IconCircleList"/>
    <dgm:cxn modelId="{05C23891-CB15-4723-B542-B638C27AC84B}" type="presParOf" srcId="{520AED5E-FB55-4944-BCEE-13CE3A323385}" destId="{2AC781B8-753F-4C29-976E-B7D1CC84314D}" srcOrd="2" destOrd="0" presId="urn:microsoft.com/office/officeart/2018/2/layout/IconCircleList"/>
    <dgm:cxn modelId="{5AFF44B7-EE88-4D84-88BA-A49FA725E1EB}" type="presParOf" srcId="{2AC781B8-753F-4C29-976E-B7D1CC84314D}" destId="{020BDB6A-4AC2-4C0E-9C24-62D436D194CF}" srcOrd="0" destOrd="0" presId="urn:microsoft.com/office/officeart/2018/2/layout/IconCircleList"/>
    <dgm:cxn modelId="{211399F7-8658-4AEF-B44F-769DC9A394E8}" type="presParOf" srcId="{2AC781B8-753F-4C29-976E-B7D1CC84314D}" destId="{8357B665-E845-402C-8C38-6A37A3D6BB29}" srcOrd="1" destOrd="0" presId="urn:microsoft.com/office/officeart/2018/2/layout/IconCircleList"/>
    <dgm:cxn modelId="{8144519A-1E1E-4C57-AF9F-AA87A1BAB860}" type="presParOf" srcId="{2AC781B8-753F-4C29-976E-B7D1CC84314D}" destId="{9DF212F4-AF52-4FB4-B465-4DFC90BCCF28}" srcOrd="2" destOrd="0" presId="urn:microsoft.com/office/officeart/2018/2/layout/IconCircleList"/>
    <dgm:cxn modelId="{F33E59DD-A571-4E31-A554-7F97BFAEACF7}" type="presParOf" srcId="{2AC781B8-753F-4C29-976E-B7D1CC84314D}" destId="{C7DCD033-602D-4C60-B6CF-E0519530C6A9}" srcOrd="3" destOrd="0" presId="urn:microsoft.com/office/officeart/2018/2/layout/IconCircleList"/>
    <dgm:cxn modelId="{E826A63C-2787-4CBF-B4B8-C72FB4BC0BBE}" type="presParOf" srcId="{520AED5E-FB55-4944-BCEE-13CE3A323385}" destId="{B5D9A0A0-E7E1-4C81-A368-6584B1BD0C77}" srcOrd="3" destOrd="0" presId="urn:microsoft.com/office/officeart/2018/2/layout/IconCircleList"/>
    <dgm:cxn modelId="{2C07F448-0D5F-4D83-8849-E6F2D26D4F4B}" type="presParOf" srcId="{520AED5E-FB55-4944-BCEE-13CE3A323385}" destId="{E869388C-9631-4D8C-B78D-06E034C7EFA3}" srcOrd="4" destOrd="0" presId="urn:microsoft.com/office/officeart/2018/2/layout/IconCircleList"/>
    <dgm:cxn modelId="{76B303DE-94EA-4D46-9BC1-4760FB114D53}" type="presParOf" srcId="{E869388C-9631-4D8C-B78D-06E034C7EFA3}" destId="{F24698AF-5F67-428A-80F5-45036CEEBB4C}" srcOrd="0" destOrd="0" presId="urn:microsoft.com/office/officeart/2018/2/layout/IconCircleList"/>
    <dgm:cxn modelId="{DE18BEF3-6918-4C5E-B609-041802EE0C26}" type="presParOf" srcId="{E869388C-9631-4D8C-B78D-06E034C7EFA3}" destId="{9764E03E-22F3-49E6-A7E1-0E864DC1ACAC}" srcOrd="1" destOrd="0" presId="urn:microsoft.com/office/officeart/2018/2/layout/IconCircleList"/>
    <dgm:cxn modelId="{FA4D7F8D-AC2B-4371-A47B-43ADE0D44F48}" type="presParOf" srcId="{E869388C-9631-4D8C-B78D-06E034C7EFA3}" destId="{95D0E567-B992-4C4D-80A1-C6D5649F84AC}" srcOrd="2" destOrd="0" presId="urn:microsoft.com/office/officeart/2018/2/layout/IconCircleList"/>
    <dgm:cxn modelId="{44A5745D-FFDE-4232-B30A-0292A1BEA23F}" type="presParOf" srcId="{E869388C-9631-4D8C-B78D-06E034C7EFA3}" destId="{4660ADEB-4291-4CF2-9AFA-A77D9D9CD9B3}" srcOrd="3" destOrd="0" presId="urn:microsoft.com/office/officeart/2018/2/layout/IconCircleList"/>
    <dgm:cxn modelId="{4681FBC9-DAE9-40C3-8285-9815A6F121AC}" type="presParOf" srcId="{520AED5E-FB55-4944-BCEE-13CE3A323385}" destId="{86DA55D5-32F8-4364-8232-8BC530BABB06}" srcOrd="5" destOrd="0" presId="urn:microsoft.com/office/officeart/2018/2/layout/IconCircleList"/>
    <dgm:cxn modelId="{DD2C840F-735A-4DBA-95EE-B57154D74B8E}" type="presParOf" srcId="{520AED5E-FB55-4944-BCEE-13CE3A323385}" destId="{9107F3D6-0BEB-4BE2-B149-E0FF10889FA9}" srcOrd="6" destOrd="0" presId="urn:microsoft.com/office/officeart/2018/2/layout/IconCircleList"/>
    <dgm:cxn modelId="{442171C8-F2AF-47C4-925C-17504B9527F2}" type="presParOf" srcId="{9107F3D6-0BEB-4BE2-B149-E0FF10889FA9}" destId="{C2A6A9DC-35CE-472C-B1CA-D0CACEABA767}" srcOrd="0" destOrd="0" presId="urn:microsoft.com/office/officeart/2018/2/layout/IconCircleList"/>
    <dgm:cxn modelId="{5F5DA5CB-1C5A-4884-B32C-9B9C8155F851}" type="presParOf" srcId="{9107F3D6-0BEB-4BE2-B149-E0FF10889FA9}" destId="{220FF143-6FAA-4828-AD21-5FAAC92D073C}" srcOrd="1" destOrd="0" presId="urn:microsoft.com/office/officeart/2018/2/layout/IconCircleList"/>
    <dgm:cxn modelId="{BEEAB563-20EF-4266-8044-E4F539A83EAD}" type="presParOf" srcId="{9107F3D6-0BEB-4BE2-B149-E0FF10889FA9}" destId="{200B8B6B-9187-4B3E-9B9A-046F3527B5D8}" srcOrd="2" destOrd="0" presId="urn:microsoft.com/office/officeart/2018/2/layout/IconCircleList"/>
    <dgm:cxn modelId="{DE2DC8BE-EDD4-46C3-A697-809228215EC2}" type="presParOf" srcId="{9107F3D6-0BEB-4BE2-B149-E0FF10889FA9}" destId="{25C64C84-0029-4FE2-A865-F5D906BD778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F1F851-96F1-4B5D-B44E-497C5CC595F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4B80B78-3C3E-43BC-A0F5-674927C06C75}">
      <dgm:prSet/>
      <dgm:spPr/>
      <dgm:t>
        <a:bodyPr/>
        <a:lstStyle/>
        <a:p>
          <a:r>
            <a:rPr lang="en-US"/>
            <a:t>Role of SAP BW in analytics and decision-making</a:t>
          </a:r>
        </a:p>
      </dgm:t>
    </dgm:pt>
    <dgm:pt modelId="{75ECC2D6-9C59-4E21-801D-7F918C4CD5F7}" type="parTrans" cxnId="{9A10B8C0-F7D9-4EDF-8F70-0A2F0C9B1D8C}">
      <dgm:prSet/>
      <dgm:spPr/>
      <dgm:t>
        <a:bodyPr/>
        <a:lstStyle/>
        <a:p>
          <a:endParaRPr lang="en-US"/>
        </a:p>
      </dgm:t>
    </dgm:pt>
    <dgm:pt modelId="{8C1D3B74-AEF2-478C-82A4-6CEC2E524A72}" type="sibTrans" cxnId="{9A10B8C0-F7D9-4EDF-8F70-0A2F0C9B1D8C}">
      <dgm:prSet/>
      <dgm:spPr/>
      <dgm:t>
        <a:bodyPr/>
        <a:lstStyle/>
        <a:p>
          <a:endParaRPr lang="en-US"/>
        </a:p>
      </dgm:t>
    </dgm:pt>
    <dgm:pt modelId="{F3C47147-A5A8-43A4-BFAC-607320C57412}">
      <dgm:prSet/>
      <dgm:spPr/>
      <dgm:t>
        <a:bodyPr/>
        <a:lstStyle/>
        <a:p>
          <a:r>
            <a:rPr lang="en-US"/>
            <a:t>Harmonization of data across segments</a:t>
          </a:r>
        </a:p>
      </dgm:t>
    </dgm:pt>
    <dgm:pt modelId="{F35C1AD3-A49D-46EE-B7CC-AB6D9AA4EE15}" type="parTrans" cxnId="{AFB46107-B6DC-4D46-A13C-48CB2E450717}">
      <dgm:prSet/>
      <dgm:spPr/>
      <dgm:t>
        <a:bodyPr/>
        <a:lstStyle/>
        <a:p>
          <a:endParaRPr lang="en-US"/>
        </a:p>
      </dgm:t>
    </dgm:pt>
    <dgm:pt modelId="{8E4A0DBB-6E8C-41C0-9ECD-B918F7A888B5}" type="sibTrans" cxnId="{AFB46107-B6DC-4D46-A13C-48CB2E450717}">
      <dgm:prSet/>
      <dgm:spPr/>
      <dgm:t>
        <a:bodyPr/>
        <a:lstStyle/>
        <a:p>
          <a:endParaRPr lang="en-US"/>
        </a:p>
      </dgm:t>
    </dgm:pt>
    <dgm:pt modelId="{AD80ACBB-71F5-4260-9DA5-98763A48E8A1}">
      <dgm:prSet/>
      <dgm:spPr/>
      <dgm:t>
        <a:bodyPr/>
        <a:lstStyle/>
        <a:p>
          <a:r>
            <a:rPr lang="en-US"/>
            <a:t>Real-time reporting for strategic KPIs</a:t>
          </a:r>
        </a:p>
      </dgm:t>
    </dgm:pt>
    <dgm:pt modelId="{FCEDAF7A-AFAB-4C92-820B-A9D0D1C8D4E8}" type="parTrans" cxnId="{A5F9E7C8-781E-43D8-B802-D824E3D65CE4}">
      <dgm:prSet/>
      <dgm:spPr/>
      <dgm:t>
        <a:bodyPr/>
        <a:lstStyle/>
        <a:p>
          <a:endParaRPr lang="en-US"/>
        </a:p>
      </dgm:t>
    </dgm:pt>
    <dgm:pt modelId="{93D86033-CA51-4F6D-9258-F6A8F508C660}" type="sibTrans" cxnId="{A5F9E7C8-781E-43D8-B802-D824E3D65CE4}">
      <dgm:prSet/>
      <dgm:spPr/>
      <dgm:t>
        <a:bodyPr/>
        <a:lstStyle/>
        <a:p>
          <a:endParaRPr lang="en-US"/>
        </a:p>
      </dgm:t>
    </dgm:pt>
    <dgm:pt modelId="{459BFC21-0AD8-4690-92BE-261CA2B60BE2}">
      <dgm:prSet/>
      <dgm:spPr/>
      <dgm:t>
        <a:bodyPr/>
        <a:lstStyle/>
        <a:p>
          <a:r>
            <a:rPr lang="en-US"/>
            <a:t>Your role: Driving insights and performance metrics</a:t>
          </a:r>
        </a:p>
      </dgm:t>
    </dgm:pt>
    <dgm:pt modelId="{B98D5883-68B0-4E9B-9415-434A8A7ED6B8}" type="parTrans" cxnId="{A830AE6B-13C3-4391-9CB6-6492EBAA5B0C}">
      <dgm:prSet/>
      <dgm:spPr/>
      <dgm:t>
        <a:bodyPr/>
        <a:lstStyle/>
        <a:p>
          <a:endParaRPr lang="en-US"/>
        </a:p>
      </dgm:t>
    </dgm:pt>
    <dgm:pt modelId="{50A50010-B696-4535-94B3-E53DA808EBC7}" type="sibTrans" cxnId="{A830AE6B-13C3-4391-9CB6-6492EBAA5B0C}">
      <dgm:prSet/>
      <dgm:spPr/>
      <dgm:t>
        <a:bodyPr/>
        <a:lstStyle/>
        <a:p>
          <a:endParaRPr lang="en-US"/>
        </a:p>
      </dgm:t>
    </dgm:pt>
    <dgm:pt modelId="{B9772181-AFD4-4122-9365-2E5D518C310A}" type="pres">
      <dgm:prSet presAssocID="{90F1F851-96F1-4B5D-B44E-497C5CC595F2}" presName="linear" presStyleCnt="0">
        <dgm:presLayoutVars>
          <dgm:animLvl val="lvl"/>
          <dgm:resizeHandles val="exact"/>
        </dgm:presLayoutVars>
      </dgm:prSet>
      <dgm:spPr/>
    </dgm:pt>
    <dgm:pt modelId="{BAB8E07E-AC7C-4360-A407-9A03F282DF95}" type="pres">
      <dgm:prSet presAssocID="{44B80B78-3C3E-43BC-A0F5-674927C06C7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0017857-688F-4AB4-B9A5-77ABD94E42A8}" type="pres">
      <dgm:prSet presAssocID="{8C1D3B74-AEF2-478C-82A4-6CEC2E524A72}" presName="spacer" presStyleCnt="0"/>
      <dgm:spPr/>
    </dgm:pt>
    <dgm:pt modelId="{EDC51477-6F28-4D55-85F9-560464803A4B}" type="pres">
      <dgm:prSet presAssocID="{F3C47147-A5A8-43A4-BFAC-607320C5741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402323-B065-446F-9BCB-C31F700A9518}" type="pres">
      <dgm:prSet presAssocID="{8E4A0DBB-6E8C-41C0-9ECD-B918F7A888B5}" presName="spacer" presStyleCnt="0"/>
      <dgm:spPr/>
    </dgm:pt>
    <dgm:pt modelId="{251B1B69-4A6B-467A-B342-33EFE7D3E3ED}" type="pres">
      <dgm:prSet presAssocID="{AD80ACBB-71F5-4260-9DA5-98763A48E8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EA1D007-D2DF-40DC-BC6C-BF92B0278AF1}" type="pres">
      <dgm:prSet presAssocID="{93D86033-CA51-4F6D-9258-F6A8F508C660}" presName="spacer" presStyleCnt="0"/>
      <dgm:spPr/>
    </dgm:pt>
    <dgm:pt modelId="{54CE8194-701D-4E86-96E7-A48FEDDAED78}" type="pres">
      <dgm:prSet presAssocID="{459BFC21-0AD8-4690-92BE-261CA2B60BE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FB46107-B6DC-4D46-A13C-48CB2E450717}" srcId="{90F1F851-96F1-4B5D-B44E-497C5CC595F2}" destId="{F3C47147-A5A8-43A4-BFAC-607320C57412}" srcOrd="1" destOrd="0" parTransId="{F35C1AD3-A49D-46EE-B7CC-AB6D9AA4EE15}" sibTransId="{8E4A0DBB-6E8C-41C0-9ECD-B918F7A888B5}"/>
    <dgm:cxn modelId="{52140037-63FB-4F3D-94E3-69F548E18A58}" type="presOf" srcId="{90F1F851-96F1-4B5D-B44E-497C5CC595F2}" destId="{B9772181-AFD4-4122-9365-2E5D518C310A}" srcOrd="0" destOrd="0" presId="urn:microsoft.com/office/officeart/2005/8/layout/vList2"/>
    <dgm:cxn modelId="{A830AE6B-13C3-4391-9CB6-6492EBAA5B0C}" srcId="{90F1F851-96F1-4B5D-B44E-497C5CC595F2}" destId="{459BFC21-0AD8-4690-92BE-261CA2B60BE2}" srcOrd="3" destOrd="0" parTransId="{B98D5883-68B0-4E9B-9415-434A8A7ED6B8}" sibTransId="{50A50010-B696-4535-94B3-E53DA808EBC7}"/>
    <dgm:cxn modelId="{62574B89-0B57-4DA2-AC8E-3FE0C9E9C0D3}" type="presOf" srcId="{AD80ACBB-71F5-4260-9DA5-98763A48E8A1}" destId="{251B1B69-4A6B-467A-B342-33EFE7D3E3ED}" srcOrd="0" destOrd="0" presId="urn:microsoft.com/office/officeart/2005/8/layout/vList2"/>
    <dgm:cxn modelId="{9A10B8C0-F7D9-4EDF-8F70-0A2F0C9B1D8C}" srcId="{90F1F851-96F1-4B5D-B44E-497C5CC595F2}" destId="{44B80B78-3C3E-43BC-A0F5-674927C06C75}" srcOrd="0" destOrd="0" parTransId="{75ECC2D6-9C59-4E21-801D-7F918C4CD5F7}" sibTransId="{8C1D3B74-AEF2-478C-82A4-6CEC2E524A72}"/>
    <dgm:cxn modelId="{A5F9E7C8-781E-43D8-B802-D824E3D65CE4}" srcId="{90F1F851-96F1-4B5D-B44E-497C5CC595F2}" destId="{AD80ACBB-71F5-4260-9DA5-98763A48E8A1}" srcOrd="2" destOrd="0" parTransId="{FCEDAF7A-AFAB-4C92-820B-A9D0D1C8D4E8}" sibTransId="{93D86033-CA51-4F6D-9258-F6A8F508C660}"/>
    <dgm:cxn modelId="{355406D8-A77B-467B-A7A8-7925C58A3D05}" type="presOf" srcId="{44B80B78-3C3E-43BC-A0F5-674927C06C75}" destId="{BAB8E07E-AC7C-4360-A407-9A03F282DF95}" srcOrd="0" destOrd="0" presId="urn:microsoft.com/office/officeart/2005/8/layout/vList2"/>
    <dgm:cxn modelId="{F68E05E5-4143-4A48-B856-81CC04AE297D}" type="presOf" srcId="{F3C47147-A5A8-43A4-BFAC-607320C57412}" destId="{EDC51477-6F28-4D55-85F9-560464803A4B}" srcOrd="0" destOrd="0" presId="urn:microsoft.com/office/officeart/2005/8/layout/vList2"/>
    <dgm:cxn modelId="{B06B28F5-2567-4EE0-A347-ADC95CFEC213}" type="presOf" srcId="{459BFC21-0AD8-4690-92BE-261CA2B60BE2}" destId="{54CE8194-701D-4E86-96E7-A48FEDDAED78}" srcOrd="0" destOrd="0" presId="urn:microsoft.com/office/officeart/2005/8/layout/vList2"/>
    <dgm:cxn modelId="{AE07D34E-A281-43CF-A2E9-9B51FA1396D3}" type="presParOf" srcId="{B9772181-AFD4-4122-9365-2E5D518C310A}" destId="{BAB8E07E-AC7C-4360-A407-9A03F282DF95}" srcOrd="0" destOrd="0" presId="urn:microsoft.com/office/officeart/2005/8/layout/vList2"/>
    <dgm:cxn modelId="{585ADC5D-7E77-48CE-B0EF-01AA7DADF6B7}" type="presParOf" srcId="{B9772181-AFD4-4122-9365-2E5D518C310A}" destId="{90017857-688F-4AB4-B9A5-77ABD94E42A8}" srcOrd="1" destOrd="0" presId="urn:microsoft.com/office/officeart/2005/8/layout/vList2"/>
    <dgm:cxn modelId="{F3B248BB-A347-4B83-8216-24D6F017C2CA}" type="presParOf" srcId="{B9772181-AFD4-4122-9365-2E5D518C310A}" destId="{EDC51477-6F28-4D55-85F9-560464803A4B}" srcOrd="2" destOrd="0" presId="urn:microsoft.com/office/officeart/2005/8/layout/vList2"/>
    <dgm:cxn modelId="{93393DB9-6682-449B-AFE6-3FB60FAC8F32}" type="presParOf" srcId="{B9772181-AFD4-4122-9365-2E5D518C310A}" destId="{A7402323-B065-446F-9BCB-C31F700A9518}" srcOrd="3" destOrd="0" presId="urn:microsoft.com/office/officeart/2005/8/layout/vList2"/>
    <dgm:cxn modelId="{B91CB26D-4336-48B0-97C9-1B833738050F}" type="presParOf" srcId="{B9772181-AFD4-4122-9365-2E5D518C310A}" destId="{251B1B69-4A6B-467A-B342-33EFE7D3E3ED}" srcOrd="4" destOrd="0" presId="urn:microsoft.com/office/officeart/2005/8/layout/vList2"/>
    <dgm:cxn modelId="{EA66E351-2156-4A13-B7DD-5474FDFD99BC}" type="presParOf" srcId="{B9772181-AFD4-4122-9365-2E5D518C310A}" destId="{9EA1D007-D2DF-40DC-BC6C-BF92B0278AF1}" srcOrd="5" destOrd="0" presId="urn:microsoft.com/office/officeart/2005/8/layout/vList2"/>
    <dgm:cxn modelId="{C8842EEC-CCFA-4706-B222-27DF3A44C56B}" type="presParOf" srcId="{B9772181-AFD4-4122-9365-2E5D518C310A}" destId="{54CE8194-701D-4E86-96E7-A48FEDDAED7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B6EA1B8-370A-474F-9068-C34D5435857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B145C58-F04C-4AD9-AF9B-F741CB42DF56}">
      <dgm:prSet/>
      <dgm:spPr/>
      <dgm:t>
        <a:bodyPr/>
        <a:lstStyle/>
        <a:p>
          <a:r>
            <a:rPr lang="en-US"/>
            <a:t>Corporate Level: Vision, Sustainability and ESG goals</a:t>
          </a:r>
        </a:p>
      </dgm:t>
    </dgm:pt>
    <dgm:pt modelId="{506C1CA2-CABA-462F-880B-9CB5C6B8F56A}" type="parTrans" cxnId="{1655E65D-A167-4A9E-BD2A-6479C78F4F4C}">
      <dgm:prSet/>
      <dgm:spPr/>
      <dgm:t>
        <a:bodyPr/>
        <a:lstStyle/>
        <a:p>
          <a:endParaRPr lang="en-US"/>
        </a:p>
      </dgm:t>
    </dgm:pt>
    <dgm:pt modelId="{A986C057-56AB-4596-A874-C573D574A9D8}" type="sibTrans" cxnId="{1655E65D-A167-4A9E-BD2A-6479C78F4F4C}">
      <dgm:prSet/>
      <dgm:spPr/>
      <dgm:t>
        <a:bodyPr/>
        <a:lstStyle/>
        <a:p>
          <a:endParaRPr lang="en-US"/>
        </a:p>
      </dgm:t>
    </dgm:pt>
    <dgm:pt modelId="{165270B6-383E-4B9C-AEB7-B13F2151D178}">
      <dgm:prSet/>
      <dgm:spPr/>
      <dgm:t>
        <a:bodyPr/>
        <a:lstStyle/>
        <a:p>
          <a:r>
            <a:rPr lang="en-US"/>
            <a:t>Business Unit Level: Segment-specific strategies, Regional adaptations</a:t>
          </a:r>
        </a:p>
      </dgm:t>
    </dgm:pt>
    <dgm:pt modelId="{8B56B5C5-6CA5-4DBD-8264-70C69D516275}" type="parTrans" cxnId="{8C268932-DE7D-4091-A54A-0A60AA93B04C}">
      <dgm:prSet/>
      <dgm:spPr/>
      <dgm:t>
        <a:bodyPr/>
        <a:lstStyle/>
        <a:p>
          <a:endParaRPr lang="en-US"/>
        </a:p>
      </dgm:t>
    </dgm:pt>
    <dgm:pt modelId="{74D17092-F5AC-4E52-AE9F-FE6F2ED004EA}" type="sibTrans" cxnId="{8C268932-DE7D-4091-A54A-0A60AA93B04C}">
      <dgm:prSet/>
      <dgm:spPr/>
      <dgm:t>
        <a:bodyPr/>
        <a:lstStyle/>
        <a:p>
          <a:endParaRPr lang="en-US"/>
        </a:p>
      </dgm:t>
    </dgm:pt>
    <dgm:pt modelId="{9D830F8D-376E-4A85-BD93-EEF70D0AD80F}">
      <dgm:prSet/>
      <dgm:spPr/>
      <dgm:t>
        <a:bodyPr/>
        <a:lstStyle/>
        <a:p>
          <a:r>
            <a:rPr lang="en-US"/>
            <a:t>Functional Level: IT (S/4HANA), Finance (cost control), Marketing (digital campaigns)</a:t>
          </a:r>
        </a:p>
      </dgm:t>
    </dgm:pt>
    <dgm:pt modelId="{18D1CDE4-F27D-436F-89B7-79B987ABA64C}" type="parTrans" cxnId="{C26DF7A6-8509-4515-B4DE-C3DD8EA6A97F}">
      <dgm:prSet/>
      <dgm:spPr/>
      <dgm:t>
        <a:bodyPr/>
        <a:lstStyle/>
        <a:p>
          <a:endParaRPr lang="en-US"/>
        </a:p>
      </dgm:t>
    </dgm:pt>
    <dgm:pt modelId="{184D388F-8217-4B98-8294-D465DCCC3F07}" type="sibTrans" cxnId="{C26DF7A6-8509-4515-B4DE-C3DD8EA6A97F}">
      <dgm:prSet/>
      <dgm:spPr/>
      <dgm:t>
        <a:bodyPr/>
        <a:lstStyle/>
        <a:p>
          <a:endParaRPr lang="en-US"/>
        </a:p>
      </dgm:t>
    </dgm:pt>
    <dgm:pt modelId="{5B365524-FED0-449A-BCAC-91FB672BD41B}" type="pres">
      <dgm:prSet presAssocID="{7B6EA1B8-370A-474F-9068-C34D54358578}" presName="linear" presStyleCnt="0">
        <dgm:presLayoutVars>
          <dgm:animLvl val="lvl"/>
          <dgm:resizeHandles val="exact"/>
        </dgm:presLayoutVars>
      </dgm:prSet>
      <dgm:spPr/>
    </dgm:pt>
    <dgm:pt modelId="{6F3CEC87-52D1-43FE-8607-D8B16E9E8182}" type="pres">
      <dgm:prSet presAssocID="{BB145C58-F04C-4AD9-AF9B-F741CB42DF5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1ED33C3-0684-46C4-AB55-A8A1898C2BE4}" type="pres">
      <dgm:prSet presAssocID="{A986C057-56AB-4596-A874-C573D574A9D8}" presName="spacer" presStyleCnt="0"/>
      <dgm:spPr/>
    </dgm:pt>
    <dgm:pt modelId="{FC211900-F7DB-4243-B1AC-618FC5BEFDBB}" type="pres">
      <dgm:prSet presAssocID="{165270B6-383E-4B9C-AEB7-B13F2151D1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688AC06-2411-4FB9-9B13-A0E60536DE25}" type="pres">
      <dgm:prSet presAssocID="{74D17092-F5AC-4E52-AE9F-FE6F2ED004EA}" presName="spacer" presStyleCnt="0"/>
      <dgm:spPr/>
    </dgm:pt>
    <dgm:pt modelId="{DB938F1E-9703-485A-B929-562D9DE9E505}" type="pres">
      <dgm:prSet presAssocID="{9D830F8D-376E-4A85-BD93-EEF70D0AD80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C268932-DE7D-4091-A54A-0A60AA93B04C}" srcId="{7B6EA1B8-370A-474F-9068-C34D54358578}" destId="{165270B6-383E-4B9C-AEB7-B13F2151D178}" srcOrd="1" destOrd="0" parTransId="{8B56B5C5-6CA5-4DBD-8264-70C69D516275}" sibTransId="{74D17092-F5AC-4E52-AE9F-FE6F2ED004EA}"/>
    <dgm:cxn modelId="{1655E65D-A167-4A9E-BD2A-6479C78F4F4C}" srcId="{7B6EA1B8-370A-474F-9068-C34D54358578}" destId="{BB145C58-F04C-4AD9-AF9B-F741CB42DF56}" srcOrd="0" destOrd="0" parTransId="{506C1CA2-CABA-462F-880B-9CB5C6B8F56A}" sibTransId="{A986C057-56AB-4596-A874-C573D574A9D8}"/>
    <dgm:cxn modelId="{C9D5A261-86C5-465A-8445-42054D92CA2B}" type="presOf" srcId="{9D830F8D-376E-4A85-BD93-EEF70D0AD80F}" destId="{DB938F1E-9703-485A-B929-562D9DE9E505}" srcOrd="0" destOrd="0" presId="urn:microsoft.com/office/officeart/2005/8/layout/vList2"/>
    <dgm:cxn modelId="{E43F7364-D9DF-4102-8460-D560C83B1436}" type="presOf" srcId="{165270B6-383E-4B9C-AEB7-B13F2151D178}" destId="{FC211900-F7DB-4243-B1AC-618FC5BEFDBB}" srcOrd="0" destOrd="0" presId="urn:microsoft.com/office/officeart/2005/8/layout/vList2"/>
    <dgm:cxn modelId="{81989853-B85F-471A-9574-DFA352FC70B0}" type="presOf" srcId="{BB145C58-F04C-4AD9-AF9B-F741CB42DF56}" destId="{6F3CEC87-52D1-43FE-8607-D8B16E9E8182}" srcOrd="0" destOrd="0" presId="urn:microsoft.com/office/officeart/2005/8/layout/vList2"/>
    <dgm:cxn modelId="{486E20A6-4B34-48B4-9E8B-DB4ED4542BD5}" type="presOf" srcId="{7B6EA1B8-370A-474F-9068-C34D54358578}" destId="{5B365524-FED0-449A-BCAC-91FB672BD41B}" srcOrd="0" destOrd="0" presId="urn:microsoft.com/office/officeart/2005/8/layout/vList2"/>
    <dgm:cxn modelId="{C26DF7A6-8509-4515-B4DE-C3DD8EA6A97F}" srcId="{7B6EA1B8-370A-474F-9068-C34D54358578}" destId="{9D830F8D-376E-4A85-BD93-EEF70D0AD80F}" srcOrd="2" destOrd="0" parTransId="{18D1CDE4-F27D-436F-89B7-79B987ABA64C}" sibTransId="{184D388F-8217-4B98-8294-D465DCCC3F07}"/>
    <dgm:cxn modelId="{905E5282-7002-4522-B3BA-BE598084D86E}" type="presParOf" srcId="{5B365524-FED0-449A-BCAC-91FB672BD41B}" destId="{6F3CEC87-52D1-43FE-8607-D8B16E9E8182}" srcOrd="0" destOrd="0" presId="urn:microsoft.com/office/officeart/2005/8/layout/vList2"/>
    <dgm:cxn modelId="{1E67B3ED-BBD2-4FAD-9524-430AA70A73A4}" type="presParOf" srcId="{5B365524-FED0-449A-BCAC-91FB672BD41B}" destId="{D1ED33C3-0684-46C4-AB55-A8A1898C2BE4}" srcOrd="1" destOrd="0" presId="urn:microsoft.com/office/officeart/2005/8/layout/vList2"/>
    <dgm:cxn modelId="{D9327BD2-7681-4304-988F-4CE308C6CFF9}" type="presParOf" srcId="{5B365524-FED0-449A-BCAC-91FB672BD41B}" destId="{FC211900-F7DB-4243-B1AC-618FC5BEFDBB}" srcOrd="2" destOrd="0" presId="urn:microsoft.com/office/officeart/2005/8/layout/vList2"/>
    <dgm:cxn modelId="{16A5B4FB-72D9-493B-BA29-B02713437309}" type="presParOf" srcId="{5B365524-FED0-449A-BCAC-91FB672BD41B}" destId="{3688AC06-2411-4FB9-9B13-A0E60536DE25}" srcOrd="3" destOrd="0" presId="urn:microsoft.com/office/officeart/2005/8/layout/vList2"/>
    <dgm:cxn modelId="{EE18575D-817C-4F25-9C55-AFAE481F9498}" type="presParOf" srcId="{5B365524-FED0-449A-BCAC-91FB672BD41B}" destId="{DB938F1E-9703-485A-B929-562D9DE9E50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32F7902-628F-4793-87C4-736DFC454A6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7A54132-067D-4FA1-AF02-7E513060F2E7}">
      <dgm:prSet/>
      <dgm:spPr/>
      <dgm:t>
        <a:bodyPr/>
        <a:lstStyle/>
        <a:p>
          <a:r>
            <a:rPr lang="en-US"/>
            <a:t>Automation of transport management</a:t>
          </a:r>
        </a:p>
      </dgm:t>
    </dgm:pt>
    <dgm:pt modelId="{8E678DD9-96A7-4B95-87EB-81DEB3653891}" type="parTrans" cxnId="{A7F5E9EE-A94D-4EE7-B81B-1F7AD008EC48}">
      <dgm:prSet/>
      <dgm:spPr/>
      <dgm:t>
        <a:bodyPr/>
        <a:lstStyle/>
        <a:p>
          <a:endParaRPr lang="en-US"/>
        </a:p>
      </dgm:t>
    </dgm:pt>
    <dgm:pt modelId="{902B9F38-71EB-4F4F-A510-0133057FE571}" type="sibTrans" cxnId="{A7F5E9EE-A94D-4EE7-B81B-1F7AD008EC48}">
      <dgm:prSet/>
      <dgm:spPr/>
      <dgm:t>
        <a:bodyPr/>
        <a:lstStyle/>
        <a:p>
          <a:endParaRPr lang="en-US"/>
        </a:p>
      </dgm:t>
    </dgm:pt>
    <dgm:pt modelId="{2BF8AB02-DD2A-4793-82F2-C281CE7593F9}">
      <dgm:prSet/>
      <dgm:spPr/>
      <dgm:t>
        <a:bodyPr/>
        <a:lstStyle/>
        <a:p>
          <a:r>
            <a:rPr lang="en-US"/>
            <a:t>Intelligent sequencing and orchestration</a:t>
          </a:r>
        </a:p>
      </dgm:t>
    </dgm:pt>
    <dgm:pt modelId="{2A100D49-5F38-495F-AE73-D431080579B8}" type="parTrans" cxnId="{2B44394F-3056-4BD2-A268-2D36E97DC2BE}">
      <dgm:prSet/>
      <dgm:spPr/>
      <dgm:t>
        <a:bodyPr/>
        <a:lstStyle/>
        <a:p>
          <a:endParaRPr lang="en-US"/>
        </a:p>
      </dgm:t>
    </dgm:pt>
    <dgm:pt modelId="{E12D4D21-49D0-4FDF-895A-44A24E668B9A}" type="sibTrans" cxnId="{2B44394F-3056-4BD2-A268-2D36E97DC2BE}">
      <dgm:prSet/>
      <dgm:spPr/>
      <dgm:t>
        <a:bodyPr/>
        <a:lstStyle/>
        <a:p>
          <a:endParaRPr lang="en-US"/>
        </a:p>
      </dgm:t>
    </dgm:pt>
    <dgm:pt modelId="{680E4119-F27E-44ED-88C3-738EA46051B5}">
      <dgm:prSet/>
      <dgm:spPr/>
      <dgm:t>
        <a:bodyPr/>
        <a:lstStyle/>
        <a:p>
          <a:r>
            <a:rPr lang="en-US"/>
            <a:t>DevSecOps mindset for continuous delivery</a:t>
          </a:r>
        </a:p>
      </dgm:t>
    </dgm:pt>
    <dgm:pt modelId="{47F46DE5-4C4B-43D2-9FEC-98830EB6E029}" type="parTrans" cxnId="{1A2BDC65-1809-410F-BC79-EBF91977CDC2}">
      <dgm:prSet/>
      <dgm:spPr/>
      <dgm:t>
        <a:bodyPr/>
        <a:lstStyle/>
        <a:p>
          <a:endParaRPr lang="en-US"/>
        </a:p>
      </dgm:t>
    </dgm:pt>
    <dgm:pt modelId="{107DA338-2376-444C-B2F5-95EC1236A58F}" type="sibTrans" cxnId="{1A2BDC65-1809-410F-BC79-EBF91977CDC2}">
      <dgm:prSet/>
      <dgm:spPr/>
      <dgm:t>
        <a:bodyPr/>
        <a:lstStyle/>
        <a:p>
          <a:endParaRPr lang="en-US"/>
        </a:p>
      </dgm:t>
    </dgm:pt>
    <dgm:pt modelId="{AE9C38C2-28CD-44E0-8367-9B64908451CE}">
      <dgm:prSet/>
      <dgm:spPr/>
      <dgm:t>
        <a:bodyPr/>
        <a:lstStyle/>
        <a:p>
          <a:r>
            <a:rPr lang="en-US"/>
            <a:t>Risk mitigation strategies</a:t>
          </a:r>
        </a:p>
      </dgm:t>
    </dgm:pt>
    <dgm:pt modelId="{F91E370F-867D-45AE-94C5-6E47DCC96377}" type="parTrans" cxnId="{1EAB9A22-7014-4581-B1C2-7EEB36B2AB95}">
      <dgm:prSet/>
      <dgm:spPr/>
      <dgm:t>
        <a:bodyPr/>
        <a:lstStyle/>
        <a:p>
          <a:endParaRPr lang="en-US"/>
        </a:p>
      </dgm:t>
    </dgm:pt>
    <dgm:pt modelId="{17349D97-2D3D-4554-AAD3-41F17BA17CC9}" type="sibTrans" cxnId="{1EAB9A22-7014-4581-B1C2-7EEB36B2AB95}">
      <dgm:prSet/>
      <dgm:spPr/>
      <dgm:t>
        <a:bodyPr/>
        <a:lstStyle/>
        <a:p>
          <a:endParaRPr lang="en-US"/>
        </a:p>
      </dgm:t>
    </dgm:pt>
    <dgm:pt modelId="{0C009E6B-3E30-4D8D-8BF8-44931A3F0379}" type="pres">
      <dgm:prSet presAssocID="{532F7902-628F-4793-87C4-736DFC454A6F}" presName="root" presStyleCnt="0">
        <dgm:presLayoutVars>
          <dgm:dir/>
          <dgm:resizeHandles val="exact"/>
        </dgm:presLayoutVars>
      </dgm:prSet>
      <dgm:spPr/>
    </dgm:pt>
    <dgm:pt modelId="{C4511E51-63D1-4420-A3F8-74F678FAD48B}" type="pres">
      <dgm:prSet presAssocID="{27A54132-067D-4FA1-AF02-7E513060F2E7}" presName="compNode" presStyleCnt="0"/>
      <dgm:spPr/>
    </dgm:pt>
    <dgm:pt modelId="{F780B5BA-6377-4CC5-9BA1-9C0C2A8B9F0B}" type="pres">
      <dgm:prSet presAssocID="{27A54132-067D-4FA1-AF02-7E513060F2E7}" presName="bgRect" presStyleLbl="bgShp" presStyleIdx="0" presStyleCnt="4"/>
      <dgm:spPr/>
    </dgm:pt>
    <dgm:pt modelId="{CC0C06D1-CD51-42B3-9C75-E324E4C88C88}" type="pres">
      <dgm:prSet presAssocID="{27A54132-067D-4FA1-AF02-7E513060F2E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FFB30E95-0A85-4571-AA8E-7D22755497F4}" type="pres">
      <dgm:prSet presAssocID="{27A54132-067D-4FA1-AF02-7E513060F2E7}" presName="spaceRect" presStyleCnt="0"/>
      <dgm:spPr/>
    </dgm:pt>
    <dgm:pt modelId="{A0CC669B-27F9-4D43-A156-8B8920A820E0}" type="pres">
      <dgm:prSet presAssocID="{27A54132-067D-4FA1-AF02-7E513060F2E7}" presName="parTx" presStyleLbl="revTx" presStyleIdx="0" presStyleCnt="4">
        <dgm:presLayoutVars>
          <dgm:chMax val="0"/>
          <dgm:chPref val="0"/>
        </dgm:presLayoutVars>
      </dgm:prSet>
      <dgm:spPr/>
    </dgm:pt>
    <dgm:pt modelId="{04450B98-F5BA-429F-9F72-ED27F29C7924}" type="pres">
      <dgm:prSet presAssocID="{902B9F38-71EB-4F4F-A510-0133057FE571}" presName="sibTrans" presStyleCnt="0"/>
      <dgm:spPr/>
    </dgm:pt>
    <dgm:pt modelId="{6EAC54E3-6CC7-4136-BC72-9B3BE6A8E647}" type="pres">
      <dgm:prSet presAssocID="{2BF8AB02-DD2A-4793-82F2-C281CE7593F9}" presName="compNode" presStyleCnt="0"/>
      <dgm:spPr/>
    </dgm:pt>
    <dgm:pt modelId="{9DDAFA36-9619-4B7D-83CC-C2AC8A05959E}" type="pres">
      <dgm:prSet presAssocID="{2BF8AB02-DD2A-4793-82F2-C281CE7593F9}" presName="bgRect" presStyleLbl="bgShp" presStyleIdx="1" presStyleCnt="4"/>
      <dgm:spPr/>
    </dgm:pt>
    <dgm:pt modelId="{3C670AB5-8CE7-42F8-B3CA-2CC71228A59D}" type="pres">
      <dgm:prSet presAssocID="{2BF8AB02-DD2A-4793-82F2-C281CE7593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8521A06-4F3E-42FE-93BD-9B57E7A8A0E0}" type="pres">
      <dgm:prSet presAssocID="{2BF8AB02-DD2A-4793-82F2-C281CE7593F9}" presName="spaceRect" presStyleCnt="0"/>
      <dgm:spPr/>
    </dgm:pt>
    <dgm:pt modelId="{07195B65-4C6F-4EDB-8D53-3BBE9AFEFCD3}" type="pres">
      <dgm:prSet presAssocID="{2BF8AB02-DD2A-4793-82F2-C281CE7593F9}" presName="parTx" presStyleLbl="revTx" presStyleIdx="1" presStyleCnt="4">
        <dgm:presLayoutVars>
          <dgm:chMax val="0"/>
          <dgm:chPref val="0"/>
        </dgm:presLayoutVars>
      </dgm:prSet>
      <dgm:spPr/>
    </dgm:pt>
    <dgm:pt modelId="{E1707D97-F3D0-4AC4-BBE6-21BACDA8020D}" type="pres">
      <dgm:prSet presAssocID="{E12D4D21-49D0-4FDF-895A-44A24E668B9A}" presName="sibTrans" presStyleCnt="0"/>
      <dgm:spPr/>
    </dgm:pt>
    <dgm:pt modelId="{43BAED4C-F7B5-422E-AB2A-5EFCB976158A}" type="pres">
      <dgm:prSet presAssocID="{680E4119-F27E-44ED-88C3-738EA46051B5}" presName="compNode" presStyleCnt="0"/>
      <dgm:spPr/>
    </dgm:pt>
    <dgm:pt modelId="{FF9F4DB3-475E-470A-9C23-31A73AE8319C}" type="pres">
      <dgm:prSet presAssocID="{680E4119-F27E-44ED-88C3-738EA46051B5}" presName="bgRect" presStyleLbl="bgShp" presStyleIdx="2" presStyleCnt="4"/>
      <dgm:spPr/>
    </dgm:pt>
    <dgm:pt modelId="{285E98D3-6239-4E2B-9921-64D33F304338}" type="pres">
      <dgm:prSet presAssocID="{680E4119-F27E-44ED-88C3-738EA46051B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1B554F88-1BBB-42A0-A260-0C90DFFF3389}" type="pres">
      <dgm:prSet presAssocID="{680E4119-F27E-44ED-88C3-738EA46051B5}" presName="spaceRect" presStyleCnt="0"/>
      <dgm:spPr/>
    </dgm:pt>
    <dgm:pt modelId="{B069D795-F336-4760-9906-A35CE0680E43}" type="pres">
      <dgm:prSet presAssocID="{680E4119-F27E-44ED-88C3-738EA46051B5}" presName="parTx" presStyleLbl="revTx" presStyleIdx="2" presStyleCnt="4">
        <dgm:presLayoutVars>
          <dgm:chMax val="0"/>
          <dgm:chPref val="0"/>
        </dgm:presLayoutVars>
      </dgm:prSet>
      <dgm:spPr/>
    </dgm:pt>
    <dgm:pt modelId="{5BEECE2C-E61A-4970-9307-B7D69B954C53}" type="pres">
      <dgm:prSet presAssocID="{107DA338-2376-444C-B2F5-95EC1236A58F}" presName="sibTrans" presStyleCnt="0"/>
      <dgm:spPr/>
    </dgm:pt>
    <dgm:pt modelId="{04A78199-4690-4FC2-BFE5-1B740A5D04D9}" type="pres">
      <dgm:prSet presAssocID="{AE9C38C2-28CD-44E0-8367-9B64908451CE}" presName="compNode" presStyleCnt="0"/>
      <dgm:spPr/>
    </dgm:pt>
    <dgm:pt modelId="{2A992E8E-02DF-4D80-AD15-EE787A800083}" type="pres">
      <dgm:prSet presAssocID="{AE9C38C2-28CD-44E0-8367-9B64908451CE}" presName="bgRect" presStyleLbl="bgShp" presStyleIdx="3" presStyleCnt="4"/>
      <dgm:spPr/>
    </dgm:pt>
    <dgm:pt modelId="{908E1328-2E8C-4063-8BCA-147011B8ED70}" type="pres">
      <dgm:prSet presAssocID="{AE9C38C2-28CD-44E0-8367-9B64908451C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A1AB8EE-2929-4F8A-8D13-FC56CBFAE93B}" type="pres">
      <dgm:prSet presAssocID="{AE9C38C2-28CD-44E0-8367-9B64908451CE}" presName="spaceRect" presStyleCnt="0"/>
      <dgm:spPr/>
    </dgm:pt>
    <dgm:pt modelId="{9A1263B2-9648-4B84-9C70-3B91289D6A08}" type="pres">
      <dgm:prSet presAssocID="{AE9C38C2-28CD-44E0-8367-9B64908451C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76D0715-5824-49D3-BE97-D310C7851329}" type="presOf" srcId="{532F7902-628F-4793-87C4-736DFC454A6F}" destId="{0C009E6B-3E30-4D8D-8BF8-44931A3F0379}" srcOrd="0" destOrd="0" presId="urn:microsoft.com/office/officeart/2018/2/layout/IconVerticalSolidList"/>
    <dgm:cxn modelId="{C67AFE21-7DF7-4C24-BF57-01C520173909}" type="presOf" srcId="{2BF8AB02-DD2A-4793-82F2-C281CE7593F9}" destId="{07195B65-4C6F-4EDB-8D53-3BBE9AFEFCD3}" srcOrd="0" destOrd="0" presId="urn:microsoft.com/office/officeart/2018/2/layout/IconVerticalSolidList"/>
    <dgm:cxn modelId="{1EAB9A22-7014-4581-B1C2-7EEB36B2AB95}" srcId="{532F7902-628F-4793-87C4-736DFC454A6F}" destId="{AE9C38C2-28CD-44E0-8367-9B64908451CE}" srcOrd="3" destOrd="0" parTransId="{F91E370F-867D-45AE-94C5-6E47DCC96377}" sibTransId="{17349D97-2D3D-4554-AAD3-41F17BA17CC9}"/>
    <dgm:cxn modelId="{1A2BDC65-1809-410F-BC79-EBF91977CDC2}" srcId="{532F7902-628F-4793-87C4-736DFC454A6F}" destId="{680E4119-F27E-44ED-88C3-738EA46051B5}" srcOrd="2" destOrd="0" parTransId="{47F46DE5-4C4B-43D2-9FEC-98830EB6E029}" sibTransId="{107DA338-2376-444C-B2F5-95EC1236A58F}"/>
    <dgm:cxn modelId="{2B44394F-3056-4BD2-A268-2D36E97DC2BE}" srcId="{532F7902-628F-4793-87C4-736DFC454A6F}" destId="{2BF8AB02-DD2A-4793-82F2-C281CE7593F9}" srcOrd="1" destOrd="0" parTransId="{2A100D49-5F38-495F-AE73-D431080579B8}" sibTransId="{E12D4D21-49D0-4FDF-895A-44A24E668B9A}"/>
    <dgm:cxn modelId="{68985379-CFF4-44B4-8E38-4D2957DA4E11}" type="presOf" srcId="{AE9C38C2-28CD-44E0-8367-9B64908451CE}" destId="{9A1263B2-9648-4B84-9C70-3B91289D6A08}" srcOrd="0" destOrd="0" presId="urn:microsoft.com/office/officeart/2018/2/layout/IconVerticalSolidList"/>
    <dgm:cxn modelId="{E238D095-F770-4C39-BA61-A4E815797095}" type="presOf" srcId="{27A54132-067D-4FA1-AF02-7E513060F2E7}" destId="{A0CC669B-27F9-4D43-A156-8B8920A820E0}" srcOrd="0" destOrd="0" presId="urn:microsoft.com/office/officeart/2018/2/layout/IconVerticalSolidList"/>
    <dgm:cxn modelId="{DA4C22A2-4F16-4196-88CE-AAFC34763BFD}" type="presOf" srcId="{680E4119-F27E-44ED-88C3-738EA46051B5}" destId="{B069D795-F336-4760-9906-A35CE0680E43}" srcOrd="0" destOrd="0" presId="urn:microsoft.com/office/officeart/2018/2/layout/IconVerticalSolidList"/>
    <dgm:cxn modelId="{A7F5E9EE-A94D-4EE7-B81B-1F7AD008EC48}" srcId="{532F7902-628F-4793-87C4-736DFC454A6F}" destId="{27A54132-067D-4FA1-AF02-7E513060F2E7}" srcOrd="0" destOrd="0" parTransId="{8E678DD9-96A7-4B95-87EB-81DEB3653891}" sibTransId="{902B9F38-71EB-4F4F-A510-0133057FE571}"/>
    <dgm:cxn modelId="{E11F1DC7-AD6A-4754-B31A-913D43C53783}" type="presParOf" srcId="{0C009E6B-3E30-4D8D-8BF8-44931A3F0379}" destId="{C4511E51-63D1-4420-A3F8-74F678FAD48B}" srcOrd="0" destOrd="0" presId="urn:microsoft.com/office/officeart/2018/2/layout/IconVerticalSolidList"/>
    <dgm:cxn modelId="{58C21516-EC31-4A0E-A7DC-798DA55A1D3F}" type="presParOf" srcId="{C4511E51-63D1-4420-A3F8-74F678FAD48B}" destId="{F780B5BA-6377-4CC5-9BA1-9C0C2A8B9F0B}" srcOrd="0" destOrd="0" presId="urn:microsoft.com/office/officeart/2018/2/layout/IconVerticalSolidList"/>
    <dgm:cxn modelId="{9F1972A9-514A-4639-92E0-FEB2993180E8}" type="presParOf" srcId="{C4511E51-63D1-4420-A3F8-74F678FAD48B}" destId="{CC0C06D1-CD51-42B3-9C75-E324E4C88C88}" srcOrd="1" destOrd="0" presId="urn:microsoft.com/office/officeart/2018/2/layout/IconVerticalSolidList"/>
    <dgm:cxn modelId="{E2793BD1-93A2-4549-A78B-07A455B213B4}" type="presParOf" srcId="{C4511E51-63D1-4420-A3F8-74F678FAD48B}" destId="{FFB30E95-0A85-4571-AA8E-7D22755497F4}" srcOrd="2" destOrd="0" presId="urn:microsoft.com/office/officeart/2018/2/layout/IconVerticalSolidList"/>
    <dgm:cxn modelId="{B8BA82D6-9E6F-48C6-B4EF-22D665D5374F}" type="presParOf" srcId="{C4511E51-63D1-4420-A3F8-74F678FAD48B}" destId="{A0CC669B-27F9-4D43-A156-8B8920A820E0}" srcOrd="3" destOrd="0" presId="urn:microsoft.com/office/officeart/2018/2/layout/IconVerticalSolidList"/>
    <dgm:cxn modelId="{24D73D80-6A1F-40D3-AA29-7A6255C3E1D4}" type="presParOf" srcId="{0C009E6B-3E30-4D8D-8BF8-44931A3F0379}" destId="{04450B98-F5BA-429F-9F72-ED27F29C7924}" srcOrd="1" destOrd="0" presId="urn:microsoft.com/office/officeart/2018/2/layout/IconVerticalSolidList"/>
    <dgm:cxn modelId="{4818BCEC-1D83-46EF-947B-FCCE4108A7B4}" type="presParOf" srcId="{0C009E6B-3E30-4D8D-8BF8-44931A3F0379}" destId="{6EAC54E3-6CC7-4136-BC72-9B3BE6A8E647}" srcOrd="2" destOrd="0" presId="urn:microsoft.com/office/officeart/2018/2/layout/IconVerticalSolidList"/>
    <dgm:cxn modelId="{533B932B-360B-4306-AA53-9E37AD5A9DBE}" type="presParOf" srcId="{6EAC54E3-6CC7-4136-BC72-9B3BE6A8E647}" destId="{9DDAFA36-9619-4B7D-83CC-C2AC8A05959E}" srcOrd="0" destOrd="0" presId="urn:microsoft.com/office/officeart/2018/2/layout/IconVerticalSolidList"/>
    <dgm:cxn modelId="{E0F24DD0-892A-4A78-8212-D8D0B41FA5B4}" type="presParOf" srcId="{6EAC54E3-6CC7-4136-BC72-9B3BE6A8E647}" destId="{3C670AB5-8CE7-42F8-B3CA-2CC71228A59D}" srcOrd="1" destOrd="0" presId="urn:microsoft.com/office/officeart/2018/2/layout/IconVerticalSolidList"/>
    <dgm:cxn modelId="{BB3F5FD2-DD05-4C4B-B76C-7DF99C086798}" type="presParOf" srcId="{6EAC54E3-6CC7-4136-BC72-9B3BE6A8E647}" destId="{38521A06-4F3E-42FE-93BD-9B57E7A8A0E0}" srcOrd="2" destOrd="0" presId="urn:microsoft.com/office/officeart/2018/2/layout/IconVerticalSolidList"/>
    <dgm:cxn modelId="{A5A895AD-571A-4195-B28B-609FD8FB1B6B}" type="presParOf" srcId="{6EAC54E3-6CC7-4136-BC72-9B3BE6A8E647}" destId="{07195B65-4C6F-4EDB-8D53-3BBE9AFEFCD3}" srcOrd="3" destOrd="0" presId="urn:microsoft.com/office/officeart/2018/2/layout/IconVerticalSolidList"/>
    <dgm:cxn modelId="{AEB8428A-24F1-409B-83EB-EE1F74A02654}" type="presParOf" srcId="{0C009E6B-3E30-4D8D-8BF8-44931A3F0379}" destId="{E1707D97-F3D0-4AC4-BBE6-21BACDA8020D}" srcOrd="3" destOrd="0" presId="urn:microsoft.com/office/officeart/2018/2/layout/IconVerticalSolidList"/>
    <dgm:cxn modelId="{5A206679-09C4-442C-A29D-699B0C9CE5E9}" type="presParOf" srcId="{0C009E6B-3E30-4D8D-8BF8-44931A3F0379}" destId="{43BAED4C-F7B5-422E-AB2A-5EFCB976158A}" srcOrd="4" destOrd="0" presId="urn:microsoft.com/office/officeart/2018/2/layout/IconVerticalSolidList"/>
    <dgm:cxn modelId="{9D139F02-6CDD-4A11-8216-30A348C0FAF7}" type="presParOf" srcId="{43BAED4C-F7B5-422E-AB2A-5EFCB976158A}" destId="{FF9F4DB3-475E-470A-9C23-31A73AE8319C}" srcOrd="0" destOrd="0" presId="urn:microsoft.com/office/officeart/2018/2/layout/IconVerticalSolidList"/>
    <dgm:cxn modelId="{9C789487-27B0-4B59-9587-41EF26E1CAF9}" type="presParOf" srcId="{43BAED4C-F7B5-422E-AB2A-5EFCB976158A}" destId="{285E98D3-6239-4E2B-9921-64D33F304338}" srcOrd="1" destOrd="0" presId="urn:microsoft.com/office/officeart/2018/2/layout/IconVerticalSolidList"/>
    <dgm:cxn modelId="{E87F8DC9-E5FC-4055-BC56-2DAA734449AB}" type="presParOf" srcId="{43BAED4C-F7B5-422E-AB2A-5EFCB976158A}" destId="{1B554F88-1BBB-42A0-A260-0C90DFFF3389}" srcOrd="2" destOrd="0" presId="urn:microsoft.com/office/officeart/2018/2/layout/IconVerticalSolidList"/>
    <dgm:cxn modelId="{973E305B-AE8A-4ED6-9547-F6E8F0CD2260}" type="presParOf" srcId="{43BAED4C-F7B5-422E-AB2A-5EFCB976158A}" destId="{B069D795-F336-4760-9906-A35CE0680E43}" srcOrd="3" destOrd="0" presId="urn:microsoft.com/office/officeart/2018/2/layout/IconVerticalSolidList"/>
    <dgm:cxn modelId="{C4351919-8DF6-48DA-930C-5F35483AC42B}" type="presParOf" srcId="{0C009E6B-3E30-4D8D-8BF8-44931A3F0379}" destId="{5BEECE2C-E61A-4970-9307-B7D69B954C53}" srcOrd="5" destOrd="0" presId="urn:microsoft.com/office/officeart/2018/2/layout/IconVerticalSolidList"/>
    <dgm:cxn modelId="{06B951E3-F02D-47CB-A91D-C5ACF1914A61}" type="presParOf" srcId="{0C009E6B-3E30-4D8D-8BF8-44931A3F0379}" destId="{04A78199-4690-4FC2-BFE5-1B740A5D04D9}" srcOrd="6" destOrd="0" presId="urn:microsoft.com/office/officeart/2018/2/layout/IconVerticalSolidList"/>
    <dgm:cxn modelId="{B2D11A27-5D9A-4E7B-A10E-3A2526E3F587}" type="presParOf" srcId="{04A78199-4690-4FC2-BFE5-1B740A5D04D9}" destId="{2A992E8E-02DF-4D80-AD15-EE787A800083}" srcOrd="0" destOrd="0" presId="urn:microsoft.com/office/officeart/2018/2/layout/IconVerticalSolidList"/>
    <dgm:cxn modelId="{DCFEEAA6-788F-4908-BAF0-FD796C2305FB}" type="presParOf" srcId="{04A78199-4690-4FC2-BFE5-1B740A5D04D9}" destId="{908E1328-2E8C-4063-8BCA-147011B8ED70}" srcOrd="1" destOrd="0" presId="urn:microsoft.com/office/officeart/2018/2/layout/IconVerticalSolidList"/>
    <dgm:cxn modelId="{0A27081D-CDDA-4BB6-B06C-AE5313112153}" type="presParOf" srcId="{04A78199-4690-4FC2-BFE5-1B740A5D04D9}" destId="{2A1AB8EE-2929-4F8A-8D13-FC56CBFAE93B}" srcOrd="2" destOrd="0" presId="urn:microsoft.com/office/officeart/2018/2/layout/IconVerticalSolidList"/>
    <dgm:cxn modelId="{B4631454-F197-4713-9EA3-FB0759A955DF}" type="presParOf" srcId="{04A78199-4690-4FC2-BFE5-1B740A5D04D9}" destId="{9A1263B2-9648-4B84-9C70-3B91289D6A0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1370D64-8024-4D9D-B396-2C5CD16217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AA3D4D1-FBDF-4DE9-8934-69292AC84B3F}">
      <dgm:prSet/>
      <dgm:spPr/>
      <dgm:t>
        <a:bodyPr/>
        <a:lstStyle/>
        <a:p>
          <a:r>
            <a:rPr lang="en-US"/>
            <a:t>Continue investing in automation and analytics</a:t>
          </a:r>
        </a:p>
      </dgm:t>
    </dgm:pt>
    <dgm:pt modelId="{EA5895FF-BF6E-40C6-AA54-C0A839411FF3}" type="parTrans" cxnId="{15B1E764-F233-436D-BF31-8C6B24CE42E8}">
      <dgm:prSet/>
      <dgm:spPr/>
      <dgm:t>
        <a:bodyPr/>
        <a:lstStyle/>
        <a:p>
          <a:endParaRPr lang="en-US"/>
        </a:p>
      </dgm:t>
    </dgm:pt>
    <dgm:pt modelId="{58C53362-0B9B-4CCA-B2BB-0F9765AB7E9D}" type="sibTrans" cxnId="{15B1E764-F233-436D-BF31-8C6B24CE42E8}">
      <dgm:prSet/>
      <dgm:spPr/>
      <dgm:t>
        <a:bodyPr/>
        <a:lstStyle/>
        <a:p>
          <a:endParaRPr lang="en-US"/>
        </a:p>
      </dgm:t>
    </dgm:pt>
    <dgm:pt modelId="{5903B3E6-5505-4781-A4FC-34E11CF5E2BF}">
      <dgm:prSet/>
      <dgm:spPr/>
      <dgm:t>
        <a:bodyPr/>
        <a:lstStyle/>
        <a:p>
          <a:r>
            <a:rPr lang="en-US"/>
            <a:t>Strengthen cross-functional collaboration</a:t>
          </a:r>
        </a:p>
      </dgm:t>
    </dgm:pt>
    <dgm:pt modelId="{C0FDC993-EB69-4489-8FEC-AC9C3AEDC3D3}" type="parTrans" cxnId="{9053386F-4A12-44C2-835B-7714BBCF3B49}">
      <dgm:prSet/>
      <dgm:spPr/>
      <dgm:t>
        <a:bodyPr/>
        <a:lstStyle/>
        <a:p>
          <a:endParaRPr lang="en-US"/>
        </a:p>
      </dgm:t>
    </dgm:pt>
    <dgm:pt modelId="{B08A11A4-55D3-4ACB-BE8C-83590741C822}" type="sibTrans" cxnId="{9053386F-4A12-44C2-835B-7714BBCF3B49}">
      <dgm:prSet/>
      <dgm:spPr/>
      <dgm:t>
        <a:bodyPr/>
        <a:lstStyle/>
        <a:p>
          <a:endParaRPr lang="en-US"/>
        </a:p>
      </dgm:t>
    </dgm:pt>
    <dgm:pt modelId="{B1DAD9C4-C494-4320-A03E-251B19618444}">
      <dgm:prSet/>
      <dgm:spPr/>
      <dgm:t>
        <a:bodyPr/>
        <a:lstStyle/>
        <a:p>
          <a:r>
            <a:rPr lang="en-US"/>
            <a:t>Monitor financial health and market dynamics</a:t>
          </a:r>
        </a:p>
      </dgm:t>
    </dgm:pt>
    <dgm:pt modelId="{CB62A76B-A300-4FDD-9A45-1BCA474AFE5E}" type="parTrans" cxnId="{701759F6-0AA0-4862-B839-819611AA104B}">
      <dgm:prSet/>
      <dgm:spPr/>
      <dgm:t>
        <a:bodyPr/>
        <a:lstStyle/>
        <a:p>
          <a:endParaRPr lang="en-US"/>
        </a:p>
      </dgm:t>
    </dgm:pt>
    <dgm:pt modelId="{7393DF14-22A3-4831-953B-DF13BEE6E0A5}" type="sibTrans" cxnId="{701759F6-0AA0-4862-B839-819611AA104B}">
      <dgm:prSet/>
      <dgm:spPr/>
      <dgm:t>
        <a:bodyPr/>
        <a:lstStyle/>
        <a:p>
          <a:endParaRPr lang="en-US"/>
        </a:p>
      </dgm:t>
    </dgm:pt>
    <dgm:pt modelId="{367F952D-EF25-4AAB-B9B9-86BCEC877549}">
      <dgm:prSet/>
      <dgm:spPr/>
      <dgm:t>
        <a:bodyPr/>
        <a:lstStyle/>
        <a:p>
          <a:r>
            <a:rPr lang="en-US"/>
            <a:t>Leverage SAP BW for predictive insights</a:t>
          </a:r>
        </a:p>
      </dgm:t>
    </dgm:pt>
    <dgm:pt modelId="{F671BE38-4D3C-41AC-AD31-99A23C976028}" type="parTrans" cxnId="{48C59BFA-26F9-42C8-A14F-B37093DBB5D5}">
      <dgm:prSet/>
      <dgm:spPr/>
      <dgm:t>
        <a:bodyPr/>
        <a:lstStyle/>
        <a:p>
          <a:endParaRPr lang="en-US"/>
        </a:p>
      </dgm:t>
    </dgm:pt>
    <dgm:pt modelId="{6689CD48-7EAF-4369-B908-DC56ADE2AFB7}" type="sibTrans" cxnId="{48C59BFA-26F9-42C8-A14F-B37093DBB5D5}">
      <dgm:prSet/>
      <dgm:spPr/>
      <dgm:t>
        <a:bodyPr/>
        <a:lstStyle/>
        <a:p>
          <a:endParaRPr lang="en-US"/>
        </a:p>
      </dgm:t>
    </dgm:pt>
    <dgm:pt modelId="{6E8CD1F7-EB94-481D-A85D-DB88EDFB10D7}" type="pres">
      <dgm:prSet presAssocID="{21370D64-8024-4D9D-B396-2C5CD162176C}" presName="root" presStyleCnt="0">
        <dgm:presLayoutVars>
          <dgm:dir/>
          <dgm:resizeHandles val="exact"/>
        </dgm:presLayoutVars>
      </dgm:prSet>
      <dgm:spPr/>
    </dgm:pt>
    <dgm:pt modelId="{06A6E8B4-52BC-42D3-8844-E8DD40DE4074}" type="pres">
      <dgm:prSet presAssocID="{7AA3D4D1-FBDF-4DE9-8934-69292AC84B3F}" presName="compNode" presStyleCnt="0"/>
      <dgm:spPr/>
    </dgm:pt>
    <dgm:pt modelId="{9846AEC5-1EA2-4796-96C9-7843CD7F06E6}" type="pres">
      <dgm:prSet presAssocID="{7AA3D4D1-FBDF-4DE9-8934-69292AC84B3F}" presName="bgRect" presStyleLbl="bgShp" presStyleIdx="0" presStyleCnt="4"/>
      <dgm:spPr/>
    </dgm:pt>
    <dgm:pt modelId="{A3C5DA71-76D5-465A-8B08-07271301ABD0}" type="pres">
      <dgm:prSet presAssocID="{7AA3D4D1-FBDF-4DE9-8934-69292AC84B3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F106C71-3584-4DCB-B473-CAC0BEFE83CD}" type="pres">
      <dgm:prSet presAssocID="{7AA3D4D1-FBDF-4DE9-8934-69292AC84B3F}" presName="spaceRect" presStyleCnt="0"/>
      <dgm:spPr/>
    </dgm:pt>
    <dgm:pt modelId="{0925F0D7-D760-45F5-A938-49F6C90889CC}" type="pres">
      <dgm:prSet presAssocID="{7AA3D4D1-FBDF-4DE9-8934-69292AC84B3F}" presName="parTx" presStyleLbl="revTx" presStyleIdx="0" presStyleCnt="4">
        <dgm:presLayoutVars>
          <dgm:chMax val="0"/>
          <dgm:chPref val="0"/>
        </dgm:presLayoutVars>
      </dgm:prSet>
      <dgm:spPr/>
    </dgm:pt>
    <dgm:pt modelId="{599B5B50-4EA6-4D98-A94D-B9E9A23F5456}" type="pres">
      <dgm:prSet presAssocID="{58C53362-0B9B-4CCA-B2BB-0F9765AB7E9D}" presName="sibTrans" presStyleCnt="0"/>
      <dgm:spPr/>
    </dgm:pt>
    <dgm:pt modelId="{001F82C4-D56D-4EEF-9091-F1C88BF581EA}" type="pres">
      <dgm:prSet presAssocID="{5903B3E6-5505-4781-A4FC-34E11CF5E2BF}" presName="compNode" presStyleCnt="0"/>
      <dgm:spPr/>
    </dgm:pt>
    <dgm:pt modelId="{52DFADF8-43AF-4CF0-830C-5A663B2F69A7}" type="pres">
      <dgm:prSet presAssocID="{5903B3E6-5505-4781-A4FC-34E11CF5E2BF}" presName="bgRect" presStyleLbl="bgShp" presStyleIdx="1" presStyleCnt="4"/>
      <dgm:spPr/>
    </dgm:pt>
    <dgm:pt modelId="{C224487A-98FC-4751-B0E7-FF9C11BDFD2B}" type="pres">
      <dgm:prSet presAssocID="{5903B3E6-5505-4781-A4FC-34E11CF5E2B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582A1BB3-3DF0-4E2D-821D-9AC7181CA9AD}" type="pres">
      <dgm:prSet presAssocID="{5903B3E6-5505-4781-A4FC-34E11CF5E2BF}" presName="spaceRect" presStyleCnt="0"/>
      <dgm:spPr/>
    </dgm:pt>
    <dgm:pt modelId="{A9186344-4768-45C6-866E-D458A24FD093}" type="pres">
      <dgm:prSet presAssocID="{5903B3E6-5505-4781-A4FC-34E11CF5E2BF}" presName="parTx" presStyleLbl="revTx" presStyleIdx="1" presStyleCnt="4">
        <dgm:presLayoutVars>
          <dgm:chMax val="0"/>
          <dgm:chPref val="0"/>
        </dgm:presLayoutVars>
      </dgm:prSet>
      <dgm:spPr/>
    </dgm:pt>
    <dgm:pt modelId="{A5C3D8B4-8DB4-45DA-A9B3-A0ED08139D8B}" type="pres">
      <dgm:prSet presAssocID="{B08A11A4-55D3-4ACB-BE8C-83590741C822}" presName="sibTrans" presStyleCnt="0"/>
      <dgm:spPr/>
    </dgm:pt>
    <dgm:pt modelId="{A128D599-D0ED-4516-9633-207EBA38F4EB}" type="pres">
      <dgm:prSet presAssocID="{B1DAD9C4-C494-4320-A03E-251B19618444}" presName="compNode" presStyleCnt="0"/>
      <dgm:spPr/>
    </dgm:pt>
    <dgm:pt modelId="{1DE30E8F-3085-42F4-8C44-589D0FED5C2E}" type="pres">
      <dgm:prSet presAssocID="{B1DAD9C4-C494-4320-A03E-251B19618444}" presName="bgRect" presStyleLbl="bgShp" presStyleIdx="2" presStyleCnt="4"/>
      <dgm:spPr/>
    </dgm:pt>
    <dgm:pt modelId="{9A664BFD-121F-4BDE-AD19-83DF14073E19}" type="pres">
      <dgm:prSet presAssocID="{B1DAD9C4-C494-4320-A03E-251B1961844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4506B51-C663-409D-BDC0-B0062AEE943F}" type="pres">
      <dgm:prSet presAssocID="{B1DAD9C4-C494-4320-A03E-251B19618444}" presName="spaceRect" presStyleCnt="0"/>
      <dgm:spPr/>
    </dgm:pt>
    <dgm:pt modelId="{4E9C1BA9-2B5D-4355-8B26-6C07346A53AA}" type="pres">
      <dgm:prSet presAssocID="{B1DAD9C4-C494-4320-A03E-251B19618444}" presName="parTx" presStyleLbl="revTx" presStyleIdx="2" presStyleCnt="4">
        <dgm:presLayoutVars>
          <dgm:chMax val="0"/>
          <dgm:chPref val="0"/>
        </dgm:presLayoutVars>
      </dgm:prSet>
      <dgm:spPr/>
    </dgm:pt>
    <dgm:pt modelId="{819E9690-854C-448F-9E16-F8080B29ADA4}" type="pres">
      <dgm:prSet presAssocID="{7393DF14-22A3-4831-953B-DF13BEE6E0A5}" presName="sibTrans" presStyleCnt="0"/>
      <dgm:spPr/>
    </dgm:pt>
    <dgm:pt modelId="{59DBAD2F-CB52-46F0-84CE-4346F7FDE045}" type="pres">
      <dgm:prSet presAssocID="{367F952D-EF25-4AAB-B9B9-86BCEC877549}" presName="compNode" presStyleCnt="0"/>
      <dgm:spPr/>
    </dgm:pt>
    <dgm:pt modelId="{4916BF2B-17D0-4892-9499-93EB6B053BAA}" type="pres">
      <dgm:prSet presAssocID="{367F952D-EF25-4AAB-B9B9-86BCEC877549}" presName="bgRect" presStyleLbl="bgShp" presStyleIdx="3" presStyleCnt="4"/>
      <dgm:spPr/>
    </dgm:pt>
    <dgm:pt modelId="{9D83C245-4601-4017-AE74-D42E623B806C}" type="pres">
      <dgm:prSet presAssocID="{367F952D-EF25-4AAB-B9B9-86BCEC87754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055DD02-2694-4553-9CED-756ACA98CD11}" type="pres">
      <dgm:prSet presAssocID="{367F952D-EF25-4AAB-B9B9-86BCEC877549}" presName="spaceRect" presStyleCnt="0"/>
      <dgm:spPr/>
    </dgm:pt>
    <dgm:pt modelId="{76B1AA6D-883F-44D1-A597-B8F96AF55687}" type="pres">
      <dgm:prSet presAssocID="{367F952D-EF25-4AAB-B9B9-86BCEC87754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5B1E764-F233-436D-BF31-8C6B24CE42E8}" srcId="{21370D64-8024-4D9D-B396-2C5CD162176C}" destId="{7AA3D4D1-FBDF-4DE9-8934-69292AC84B3F}" srcOrd="0" destOrd="0" parTransId="{EA5895FF-BF6E-40C6-AA54-C0A839411FF3}" sibTransId="{58C53362-0B9B-4CCA-B2BB-0F9765AB7E9D}"/>
    <dgm:cxn modelId="{9053386F-4A12-44C2-835B-7714BBCF3B49}" srcId="{21370D64-8024-4D9D-B396-2C5CD162176C}" destId="{5903B3E6-5505-4781-A4FC-34E11CF5E2BF}" srcOrd="1" destOrd="0" parTransId="{C0FDC993-EB69-4489-8FEC-AC9C3AEDC3D3}" sibTransId="{B08A11A4-55D3-4ACB-BE8C-83590741C822}"/>
    <dgm:cxn modelId="{96B09785-A34A-47E8-9B11-5D0910188C3C}" type="presOf" srcId="{5903B3E6-5505-4781-A4FC-34E11CF5E2BF}" destId="{A9186344-4768-45C6-866E-D458A24FD093}" srcOrd="0" destOrd="0" presId="urn:microsoft.com/office/officeart/2018/2/layout/IconVerticalSolidList"/>
    <dgm:cxn modelId="{A141A4B9-2631-46E5-807C-41238977C628}" type="presOf" srcId="{B1DAD9C4-C494-4320-A03E-251B19618444}" destId="{4E9C1BA9-2B5D-4355-8B26-6C07346A53AA}" srcOrd="0" destOrd="0" presId="urn:microsoft.com/office/officeart/2018/2/layout/IconVerticalSolidList"/>
    <dgm:cxn modelId="{1D8BB4BD-AA3B-4F79-98F2-BFC8BF1572F2}" type="presOf" srcId="{367F952D-EF25-4AAB-B9B9-86BCEC877549}" destId="{76B1AA6D-883F-44D1-A597-B8F96AF55687}" srcOrd="0" destOrd="0" presId="urn:microsoft.com/office/officeart/2018/2/layout/IconVerticalSolidList"/>
    <dgm:cxn modelId="{07536ECE-8ED1-41E0-BAD6-BFADCAA640B9}" type="presOf" srcId="{7AA3D4D1-FBDF-4DE9-8934-69292AC84B3F}" destId="{0925F0D7-D760-45F5-A938-49F6C90889CC}" srcOrd="0" destOrd="0" presId="urn:microsoft.com/office/officeart/2018/2/layout/IconVerticalSolidList"/>
    <dgm:cxn modelId="{701759F6-0AA0-4862-B839-819611AA104B}" srcId="{21370D64-8024-4D9D-B396-2C5CD162176C}" destId="{B1DAD9C4-C494-4320-A03E-251B19618444}" srcOrd="2" destOrd="0" parTransId="{CB62A76B-A300-4FDD-9A45-1BCA474AFE5E}" sibTransId="{7393DF14-22A3-4831-953B-DF13BEE6E0A5}"/>
    <dgm:cxn modelId="{20D84DF8-1F36-48BA-AF75-232853372751}" type="presOf" srcId="{21370D64-8024-4D9D-B396-2C5CD162176C}" destId="{6E8CD1F7-EB94-481D-A85D-DB88EDFB10D7}" srcOrd="0" destOrd="0" presId="urn:microsoft.com/office/officeart/2018/2/layout/IconVerticalSolidList"/>
    <dgm:cxn modelId="{48C59BFA-26F9-42C8-A14F-B37093DBB5D5}" srcId="{21370D64-8024-4D9D-B396-2C5CD162176C}" destId="{367F952D-EF25-4AAB-B9B9-86BCEC877549}" srcOrd="3" destOrd="0" parTransId="{F671BE38-4D3C-41AC-AD31-99A23C976028}" sibTransId="{6689CD48-7EAF-4369-B908-DC56ADE2AFB7}"/>
    <dgm:cxn modelId="{AD4A14ED-E5E3-4FD9-B023-F24E462F60A6}" type="presParOf" srcId="{6E8CD1F7-EB94-481D-A85D-DB88EDFB10D7}" destId="{06A6E8B4-52BC-42D3-8844-E8DD40DE4074}" srcOrd="0" destOrd="0" presId="urn:microsoft.com/office/officeart/2018/2/layout/IconVerticalSolidList"/>
    <dgm:cxn modelId="{A6173E25-1D79-4A98-BAA1-5B36D918BC77}" type="presParOf" srcId="{06A6E8B4-52BC-42D3-8844-E8DD40DE4074}" destId="{9846AEC5-1EA2-4796-96C9-7843CD7F06E6}" srcOrd="0" destOrd="0" presId="urn:microsoft.com/office/officeart/2018/2/layout/IconVerticalSolidList"/>
    <dgm:cxn modelId="{025ED663-F4C5-4F00-A43F-9FD438A69D60}" type="presParOf" srcId="{06A6E8B4-52BC-42D3-8844-E8DD40DE4074}" destId="{A3C5DA71-76D5-465A-8B08-07271301ABD0}" srcOrd="1" destOrd="0" presId="urn:microsoft.com/office/officeart/2018/2/layout/IconVerticalSolidList"/>
    <dgm:cxn modelId="{A10E36D3-0366-4E7C-9A8B-639F60FBD748}" type="presParOf" srcId="{06A6E8B4-52BC-42D3-8844-E8DD40DE4074}" destId="{6F106C71-3584-4DCB-B473-CAC0BEFE83CD}" srcOrd="2" destOrd="0" presId="urn:microsoft.com/office/officeart/2018/2/layout/IconVerticalSolidList"/>
    <dgm:cxn modelId="{09BF0741-168B-4C4C-AFC4-7BB1E2C62931}" type="presParOf" srcId="{06A6E8B4-52BC-42D3-8844-E8DD40DE4074}" destId="{0925F0D7-D760-45F5-A938-49F6C90889CC}" srcOrd="3" destOrd="0" presId="urn:microsoft.com/office/officeart/2018/2/layout/IconVerticalSolidList"/>
    <dgm:cxn modelId="{DD4C4FA3-5AAF-46D8-99AA-AFA771F595DC}" type="presParOf" srcId="{6E8CD1F7-EB94-481D-A85D-DB88EDFB10D7}" destId="{599B5B50-4EA6-4D98-A94D-B9E9A23F5456}" srcOrd="1" destOrd="0" presId="urn:microsoft.com/office/officeart/2018/2/layout/IconVerticalSolidList"/>
    <dgm:cxn modelId="{3D42E640-EDAA-41E8-A9D9-718C19683FB9}" type="presParOf" srcId="{6E8CD1F7-EB94-481D-A85D-DB88EDFB10D7}" destId="{001F82C4-D56D-4EEF-9091-F1C88BF581EA}" srcOrd="2" destOrd="0" presId="urn:microsoft.com/office/officeart/2018/2/layout/IconVerticalSolidList"/>
    <dgm:cxn modelId="{29BD7E17-EA61-42DE-A3EC-3410264B3D6F}" type="presParOf" srcId="{001F82C4-D56D-4EEF-9091-F1C88BF581EA}" destId="{52DFADF8-43AF-4CF0-830C-5A663B2F69A7}" srcOrd="0" destOrd="0" presId="urn:microsoft.com/office/officeart/2018/2/layout/IconVerticalSolidList"/>
    <dgm:cxn modelId="{0C0A7E4F-6B60-43D9-956F-8FF554B1D482}" type="presParOf" srcId="{001F82C4-D56D-4EEF-9091-F1C88BF581EA}" destId="{C224487A-98FC-4751-B0E7-FF9C11BDFD2B}" srcOrd="1" destOrd="0" presId="urn:microsoft.com/office/officeart/2018/2/layout/IconVerticalSolidList"/>
    <dgm:cxn modelId="{C00C60FA-36EB-4537-86B8-F29FDB00FA93}" type="presParOf" srcId="{001F82C4-D56D-4EEF-9091-F1C88BF581EA}" destId="{582A1BB3-3DF0-4E2D-821D-9AC7181CA9AD}" srcOrd="2" destOrd="0" presId="urn:microsoft.com/office/officeart/2018/2/layout/IconVerticalSolidList"/>
    <dgm:cxn modelId="{0ECD1D68-F22E-4F21-9732-E104FC7B9B7E}" type="presParOf" srcId="{001F82C4-D56D-4EEF-9091-F1C88BF581EA}" destId="{A9186344-4768-45C6-866E-D458A24FD093}" srcOrd="3" destOrd="0" presId="urn:microsoft.com/office/officeart/2018/2/layout/IconVerticalSolidList"/>
    <dgm:cxn modelId="{FEBAFFDA-E0BB-4574-9C9D-CD992938D4C0}" type="presParOf" srcId="{6E8CD1F7-EB94-481D-A85D-DB88EDFB10D7}" destId="{A5C3D8B4-8DB4-45DA-A9B3-A0ED08139D8B}" srcOrd="3" destOrd="0" presId="urn:microsoft.com/office/officeart/2018/2/layout/IconVerticalSolidList"/>
    <dgm:cxn modelId="{D57F7698-B183-4725-ACFD-60287577FCA5}" type="presParOf" srcId="{6E8CD1F7-EB94-481D-A85D-DB88EDFB10D7}" destId="{A128D599-D0ED-4516-9633-207EBA38F4EB}" srcOrd="4" destOrd="0" presId="urn:microsoft.com/office/officeart/2018/2/layout/IconVerticalSolidList"/>
    <dgm:cxn modelId="{FA4FA6EF-706E-4D76-98FC-8C42B771A280}" type="presParOf" srcId="{A128D599-D0ED-4516-9633-207EBA38F4EB}" destId="{1DE30E8F-3085-42F4-8C44-589D0FED5C2E}" srcOrd="0" destOrd="0" presId="urn:microsoft.com/office/officeart/2018/2/layout/IconVerticalSolidList"/>
    <dgm:cxn modelId="{115A6F36-E1CD-46A4-A7A8-9E62371CDA1C}" type="presParOf" srcId="{A128D599-D0ED-4516-9633-207EBA38F4EB}" destId="{9A664BFD-121F-4BDE-AD19-83DF14073E19}" srcOrd="1" destOrd="0" presId="urn:microsoft.com/office/officeart/2018/2/layout/IconVerticalSolidList"/>
    <dgm:cxn modelId="{501DFEEA-3517-4EA4-813E-EA0713D6955F}" type="presParOf" srcId="{A128D599-D0ED-4516-9633-207EBA38F4EB}" destId="{D4506B51-C663-409D-BDC0-B0062AEE943F}" srcOrd="2" destOrd="0" presId="urn:microsoft.com/office/officeart/2018/2/layout/IconVerticalSolidList"/>
    <dgm:cxn modelId="{BCB0B639-61D6-4B8E-A7BD-D0961F06559B}" type="presParOf" srcId="{A128D599-D0ED-4516-9633-207EBA38F4EB}" destId="{4E9C1BA9-2B5D-4355-8B26-6C07346A53AA}" srcOrd="3" destOrd="0" presId="urn:microsoft.com/office/officeart/2018/2/layout/IconVerticalSolidList"/>
    <dgm:cxn modelId="{91F2CC11-E92E-4B53-9676-4A3C3815A1A8}" type="presParOf" srcId="{6E8CD1F7-EB94-481D-A85D-DB88EDFB10D7}" destId="{819E9690-854C-448F-9E16-F8080B29ADA4}" srcOrd="5" destOrd="0" presId="urn:microsoft.com/office/officeart/2018/2/layout/IconVerticalSolidList"/>
    <dgm:cxn modelId="{B586FE67-3481-4B55-A470-B326151D0E77}" type="presParOf" srcId="{6E8CD1F7-EB94-481D-A85D-DB88EDFB10D7}" destId="{59DBAD2F-CB52-46F0-84CE-4346F7FDE045}" srcOrd="6" destOrd="0" presId="urn:microsoft.com/office/officeart/2018/2/layout/IconVerticalSolidList"/>
    <dgm:cxn modelId="{47D024BB-49BB-4412-8147-2DF0B905A407}" type="presParOf" srcId="{59DBAD2F-CB52-46F0-84CE-4346F7FDE045}" destId="{4916BF2B-17D0-4892-9499-93EB6B053BAA}" srcOrd="0" destOrd="0" presId="urn:microsoft.com/office/officeart/2018/2/layout/IconVerticalSolidList"/>
    <dgm:cxn modelId="{48E3B5CC-B7CE-481E-B04E-725731707EFC}" type="presParOf" srcId="{59DBAD2F-CB52-46F0-84CE-4346F7FDE045}" destId="{9D83C245-4601-4017-AE74-D42E623B806C}" srcOrd="1" destOrd="0" presId="urn:microsoft.com/office/officeart/2018/2/layout/IconVerticalSolidList"/>
    <dgm:cxn modelId="{FFD5044B-3D27-4072-B645-C063FD10CC74}" type="presParOf" srcId="{59DBAD2F-CB52-46F0-84CE-4346F7FDE045}" destId="{7055DD02-2694-4553-9CED-756ACA98CD11}" srcOrd="2" destOrd="0" presId="urn:microsoft.com/office/officeart/2018/2/layout/IconVerticalSolidList"/>
    <dgm:cxn modelId="{7CA343C7-6B06-4C10-97AF-2872E05C3AAD}" type="presParOf" srcId="{59DBAD2F-CB52-46F0-84CE-4346F7FDE045}" destId="{76B1AA6D-883F-44D1-A597-B8F96AF5568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65F4F5-D650-40EB-8265-2EE663574AC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7813877-B037-4142-98B2-503AF0FA4A24}">
      <dgm:prSet/>
      <dgm:spPr/>
      <dgm:t>
        <a:bodyPr/>
        <a:lstStyle/>
        <a:p>
          <a:r>
            <a:rPr lang="en-US"/>
            <a:t>Kimberly-Clark is well-positioned for future growth</a:t>
          </a:r>
        </a:p>
      </dgm:t>
    </dgm:pt>
    <dgm:pt modelId="{529F33AE-AC5C-41B6-9846-1AAD9ED81374}" type="parTrans" cxnId="{A368DDEB-2BDD-4D5F-AE14-400F26F80133}">
      <dgm:prSet/>
      <dgm:spPr/>
      <dgm:t>
        <a:bodyPr/>
        <a:lstStyle/>
        <a:p>
          <a:endParaRPr lang="en-US"/>
        </a:p>
      </dgm:t>
    </dgm:pt>
    <dgm:pt modelId="{E4E3D67F-99CC-4C21-8E54-E9342481C741}" type="sibTrans" cxnId="{A368DDEB-2BDD-4D5F-AE14-400F26F80133}">
      <dgm:prSet/>
      <dgm:spPr/>
      <dgm:t>
        <a:bodyPr/>
        <a:lstStyle/>
        <a:p>
          <a:endParaRPr lang="en-US"/>
        </a:p>
      </dgm:t>
    </dgm:pt>
    <dgm:pt modelId="{D80EF263-207B-4BB6-8B29-991B04AD78F2}">
      <dgm:prSet/>
      <dgm:spPr/>
      <dgm:t>
        <a:bodyPr/>
        <a:lstStyle/>
        <a:p>
          <a:r>
            <a:rPr lang="en-US"/>
            <a:t>Strategic alignment across levels ensures resilience</a:t>
          </a:r>
        </a:p>
      </dgm:t>
    </dgm:pt>
    <dgm:pt modelId="{E23A8330-41B0-4D89-8F19-600A9F4A46DB}" type="parTrans" cxnId="{6A41FE40-979F-4A31-8E8A-0380DCBA3759}">
      <dgm:prSet/>
      <dgm:spPr/>
      <dgm:t>
        <a:bodyPr/>
        <a:lstStyle/>
        <a:p>
          <a:endParaRPr lang="en-US"/>
        </a:p>
      </dgm:t>
    </dgm:pt>
    <dgm:pt modelId="{A04D76BB-9BEB-44CA-8299-568ED24AA141}" type="sibTrans" cxnId="{6A41FE40-979F-4A31-8E8A-0380DCBA3759}">
      <dgm:prSet/>
      <dgm:spPr/>
      <dgm:t>
        <a:bodyPr/>
        <a:lstStyle/>
        <a:p>
          <a:endParaRPr lang="en-US"/>
        </a:p>
      </dgm:t>
    </dgm:pt>
    <dgm:pt modelId="{8D7618DD-CB9B-4E8A-9943-F112BCDC5EB6}">
      <dgm:prSet/>
      <dgm:spPr/>
      <dgm:t>
        <a:bodyPr/>
        <a:lstStyle/>
        <a:p>
          <a:r>
            <a:rPr lang="en-US"/>
            <a:t>Digital transformation is a key enabler</a:t>
          </a:r>
        </a:p>
      </dgm:t>
    </dgm:pt>
    <dgm:pt modelId="{F0ABF799-9004-478F-8A82-3BBFA028EA91}" type="parTrans" cxnId="{82459008-F24D-489F-A41E-18DAE2CDE9EA}">
      <dgm:prSet/>
      <dgm:spPr/>
      <dgm:t>
        <a:bodyPr/>
        <a:lstStyle/>
        <a:p>
          <a:endParaRPr lang="en-US"/>
        </a:p>
      </dgm:t>
    </dgm:pt>
    <dgm:pt modelId="{F222ACFC-5637-47F7-9C7F-71881948ED86}" type="sibTrans" cxnId="{82459008-F24D-489F-A41E-18DAE2CDE9EA}">
      <dgm:prSet/>
      <dgm:spPr/>
      <dgm:t>
        <a:bodyPr/>
        <a:lstStyle/>
        <a:p>
          <a:endParaRPr lang="en-US"/>
        </a:p>
      </dgm:t>
    </dgm:pt>
    <dgm:pt modelId="{22D7451D-EF6B-4161-AECD-E7C08A1C04CF}" type="pres">
      <dgm:prSet presAssocID="{1265F4F5-D650-40EB-8265-2EE663574AC7}" presName="diagram" presStyleCnt="0">
        <dgm:presLayoutVars>
          <dgm:dir/>
          <dgm:resizeHandles val="exact"/>
        </dgm:presLayoutVars>
      </dgm:prSet>
      <dgm:spPr/>
    </dgm:pt>
    <dgm:pt modelId="{ECCC4879-F896-48A4-A850-8EA2AED2BEFF}" type="pres">
      <dgm:prSet presAssocID="{C7813877-B037-4142-98B2-503AF0FA4A24}" presName="node" presStyleLbl="node1" presStyleIdx="0" presStyleCnt="3">
        <dgm:presLayoutVars>
          <dgm:bulletEnabled val="1"/>
        </dgm:presLayoutVars>
      </dgm:prSet>
      <dgm:spPr/>
    </dgm:pt>
    <dgm:pt modelId="{FA17D088-B5A8-4359-9402-BC71533B4726}" type="pres">
      <dgm:prSet presAssocID="{E4E3D67F-99CC-4C21-8E54-E9342481C741}" presName="sibTrans" presStyleCnt="0"/>
      <dgm:spPr/>
    </dgm:pt>
    <dgm:pt modelId="{6AEA3E67-433E-4CCF-AA17-C3B2696EC37D}" type="pres">
      <dgm:prSet presAssocID="{D80EF263-207B-4BB6-8B29-991B04AD78F2}" presName="node" presStyleLbl="node1" presStyleIdx="1" presStyleCnt="3">
        <dgm:presLayoutVars>
          <dgm:bulletEnabled val="1"/>
        </dgm:presLayoutVars>
      </dgm:prSet>
      <dgm:spPr/>
    </dgm:pt>
    <dgm:pt modelId="{1ABF3D72-9BD3-4CEC-903C-4CFC1076B6FF}" type="pres">
      <dgm:prSet presAssocID="{A04D76BB-9BEB-44CA-8299-568ED24AA141}" presName="sibTrans" presStyleCnt="0"/>
      <dgm:spPr/>
    </dgm:pt>
    <dgm:pt modelId="{7C3E4931-719A-47A6-BEFA-890A02E8193D}" type="pres">
      <dgm:prSet presAssocID="{8D7618DD-CB9B-4E8A-9943-F112BCDC5EB6}" presName="node" presStyleLbl="node1" presStyleIdx="2" presStyleCnt="3">
        <dgm:presLayoutVars>
          <dgm:bulletEnabled val="1"/>
        </dgm:presLayoutVars>
      </dgm:prSet>
      <dgm:spPr/>
    </dgm:pt>
  </dgm:ptLst>
  <dgm:cxnLst>
    <dgm:cxn modelId="{82459008-F24D-489F-A41E-18DAE2CDE9EA}" srcId="{1265F4F5-D650-40EB-8265-2EE663574AC7}" destId="{8D7618DD-CB9B-4E8A-9943-F112BCDC5EB6}" srcOrd="2" destOrd="0" parTransId="{F0ABF799-9004-478F-8A82-3BBFA028EA91}" sibTransId="{F222ACFC-5637-47F7-9C7F-71881948ED86}"/>
    <dgm:cxn modelId="{2B43DE1D-3A67-4146-B19B-FE7193509520}" type="presOf" srcId="{1265F4F5-D650-40EB-8265-2EE663574AC7}" destId="{22D7451D-EF6B-4161-AECD-E7C08A1C04CF}" srcOrd="0" destOrd="0" presId="urn:microsoft.com/office/officeart/2005/8/layout/default"/>
    <dgm:cxn modelId="{6B20EC2E-120A-4882-9B22-2D5F3390B791}" type="presOf" srcId="{C7813877-B037-4142-98B2-503AF0FA4A24}" destId="{ECCC4879-F896-48A4-A850-8EA2AED2BEFF}" srcOrd="0" destOrd="0" presId="urn:microsoft.com/office/officeart/2005/8/layout/default"/>
    <dgm:cxn modelId="{6A41FE40-979F-4A31-8E8A-0380DCBA3759}" srcId="{1265F4F5-D650-40EB-8265-2EE663574AC7}" destId="{D80EF263-207B-4BB6-8B29-991B04AD78F2}" srcOrd="1" destOrd="0" parTransId="{E23A8330-41B0-4D89-8F19-600A9F4A46DB}" sibTransId="{A04D76BB-9BEB-44CA-8299-568ED24AA141}"/>
    <dgm:cxn modelId="{E18DCF48-5384-4211-9163-88176AB1738D}" type="presOf" srcId="{D80EF263-207B-4BB6-8B29-991B04AD78F2}" destId="{6AEA3E67-433E-4CCF-AA17-C3B2696EC37D}" srcOrd="0" destOrd="0" presId="urn:microsoft.com/office/officeart/2005/8/layout/default"/>
    <dgm:cxn modelId="{1DABFAB0-C1B8-4C7B-9B83-C33C3D6909D4}" type="presOf" srcId="{8D7618DD-CB9B-4E8A-9943-F112BCDC5EB6}" destId="{7C3E4931-719A-47A6-BEFA-890A02E8193D}" srcOrd="0" destOrd="0" presId="urn:microsoft.com/office/officeart/2005/8/layout/default"/>
    <dgm:cxn modelId="{A368DDEB-2BDD-4D5F-AE14-400F26F80133}" srcId="{1265F4F5-D650-40EB-8265-2EE663574AC7}" destId="{C7813877-B037-4142-98B2-503AF0FA4A24}" srcOrd="0" destOrd="0" parTransId="{529F33AE-AC5C-41B6-9846-1AAD9ED81374}" sibTransId="{E4E3D67F-99CC-4C21-8E54-E9342481C741}"/>
    <dgm:cxn modelId="{C841520A-B3AB-4EC0-BC66-4EAF49D5051B}" type="presParOf" srcId="{22D7451D-EF6B-4161-AECD-E7C08A1C04CF}" destId="{ECCC4879-F896-48A4-A850-8EA2AED2BEFF}" srcOrd="0" destOrd="0" presId="urn:microsoft.com/office/officeart/2005/8/layout/default"/>
    <dgm:cxn modelId="{7ED6CC88-85BE-4682-B6AE-4EB84180152B}" type="presParOf" srcId="{22D7451D-EF6B-4161-AECD-E7C08A1C04CF}" destId="{FA17D088-B5A8-4359-9402-BC71533B4726}" srcOrd="1" destOrd="0" presId="urn:microsoft.com/office/officeart/2005/8/layout/default"/>
    <dgm:cxn modelId="{A1D77E04-55C5-43FB-BFB2-C86BF7315793}" type="presParOf" srcId="{22D7451D-EF6B-4161-AECD-E7C08A1C04CF}" destId="{6AEA3E67-433E-4CCF-AA17-C3B2696EC37D}" srcOrd="2" destOrd="0" presId="urn:microsoft.com/office/officeart/2005/8/layout/default"/>
    <dgm:cxn modelId="{08E772AB-16B8-494C-88F4-93BA6E00D8E4}" type="presParOf" srcId="{22D7451D-EF6B-4161-AECD-E7C08A1C04CF}" destId="{1ABF3D72-9BD3-4CEC-903C-4CFC1076B6FF}" srcOrd="3" destOrd="0" presId="urn:microsoft.com/office/officeart/2005/8/layout/default"/>
    <dgm:cxn modelId="{48717BF2-103C-4ADF-AE76-CC4C0EAF3DCD}" type="presParOf" srcId="{22D7451D-EF6B-4161-AECD-E7C08A1C04CF}" destId="{7C3E4931-719A-47A6-BEFA-890A02E8193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11E33F2-1860-44A8-88B6-C64D47544D8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6F5218D-8561-4411-9219-82A422D34751}">
      <dgm:prSet/>
      <dgm:spPr/>
      <dgm:t>
        <a:bodyPr/>
        <a:lstStyle/>
        <a:p>
          <a:r>
            <a:rPr lang="en-US"/>
            <a:t>We welcome your feedback and collaboration</a:t>
          </a:r>
        </a:p>
      </dgm:t>
    </dgm:pt>
    <dgm:pt modelId="{5B25A265-D09D-47BE-99F2-F1E27C9930E7}" type="parTrans" cxnId="{201E54C8-F8A9-404B-A43A-D0B221B63BD3}">
      <dgm:prSet/>
      <dgm:spPr/>
      <dgm:t>
        <a:bodyPr/>
        <a:lstStyle/>
        <a:p>
          <a:endParaRPr lang="en-US"/>
        </a:p>
      </dgm:t>
    </dgm:pt>
    <dgm:pt modelId="{654F9980-24F1-4A5E-919C-45B26F88978F}" type="sibTrans" cxnId="{201E54C8-F8A9-404B-A43A-D0B221B63BD3}">
      <dgm:prSet/>
      <dgm:spPr/>
      <dgm:t>
        <a:bodyPr/>
        <a:lstStyle/>
        <a:p>
          <a:endParaRPr lang="en-US"/>
        </a:p>
      </dgm:t>
    </dgm:pt>
    <dgm:pt modelId="{35DA8993-FE9C-4E79-8735-DAC6A06FF105}">
      <dgm:prSet/>
      <dgm:spPr/>
      <dgm:t>
        <a:bodyPr/>
        <a:lstStyle/>
        <a:p>
          <a:r>
            <a:rPr lang="en-US"/>
            <a:t>Let’s explore how we can drive further success together</a:t>
          </a:r>
        </a:p>
      </dgm:t>
    </dgm:pt>
    <dgm:pt modelId="{0CACA395-0544-4B45-8D3B-80C86E3B18C2}" type="parTrans" cxnId="{7CE61A04-4CB1-49DE-B767-2219440DBD6D}">
      <dgm:prSet/>
      <dgm:spPr/>
      <dgm:t>
        <a:bodyPr/>
        <a:lstStyle/>
        <a:p>
          <a:endParaRPr lang="en-US"/>
        </a:p>
      </dgm:t>
    </dgm:pt>
    <dgm:pt modelId="{157312E1-BE6F-49B2-9683-E510B0126DE3}" type="sibTrans" cxnId="{7CE61A04-4CB1-49DE-B767-2219440DBD6D}">
      <dgm:prSet/>
      <dgm:spPr/>
      <dgm:t>
        <a:bodyPr/>
        <a:lstStyle/>
        <a:p>
          <a:endParaRPr lang="en-US"/>
        </a:p>
      </dgm:t>
    </dgm:pt>
    <dgm:pt modelId="{CCED1B4B-4949-473B-8B23-EC291F4BCCAE}" type="pres">
      <dgm:prSet presAssocID="{E11E33F2-1860-44A8-88B6-C64D47544D8C}" presName="linear" presStyleCnt="0">
        <dgm:presLayoutVars>
          <dgm:animLvl val="lvl"/>
          <dgm:resizeHandles val="exact"/>
        </dgm:presLayoutVars>
      </dgm:prSet>
      <dgm:spPr/>
    </dgm:pt>
    <dgm:pt modelId="{EA221184-4D41-4416-8470-F1F795CBCA33}" type="pres">
      <dgm:prSet presAssocID="{C6F5218D-8561-4411-9219-82A422D3475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651247C-0B4A-4A37-B8F1-3A3889FD9ACB}" type="pres">
      <dgm:prSet presAssocID="{654F9980-24F1-4A5E-919C-45B26F88978F}" presName="spacer" presStyleCnt="0"/>
      <dgm:spPr/>
    </dgm:pt>
    <dgm:pt modelId="{C2453996-27B4-4F53-B1E7-49B985EF6C2A}" type="pres">
      <dgm:prSet presAssocID="{35DA8993-FE9C-4E79-8735-DAC6A06FF10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E27D801-2970-4F52-85B5-1AD0D2A6E24E}" type="presOf" srcId="{E11E33F2-1860-44A8-88B6-C64D47544D8C}" destId="{CCED1B4B-4949-473B-8B23-EC291F4BCCAE}" srcOrd="0" destOrd="0" presId="urn:microsoft.com/office/officeart/2005/8/layout/vList2"/>
    <dgm:cxn modelId="{7CE61A04-4CB1-49DE-B767-2219440DBD6D}" srcId="{E11E33F2-1860-44A8-88B6-C64D47544D8C}" destId="{35DA8993-FE9C-4E79-8735-DAC6A06FF105}" srcOrd="1" destOrd="0" parTransId="{0CACA395-0544-4B45-8D3B-80C86E3B18C2}" sibTransId="{157312E1-BE6F-49B2-9683-E510B0126DE3}"/>
    <dgm:cxn modelId="{B885D79C-163F-4785-8DCE-392596CB35A6}" type="presOf" srcId="{35DA8993-FE9C-4E79-8735-DAC6A06FF105}" destId="{C2453996-27B4-4F53-B1E7-49B985EF6C2A}" srcOrd="0" destOrd="0" presId="urn:microsoft.com/office/officeart/2005/8/layout/vList2"/>
    <dgm:cxn modelId="{44D059C4-0BE0-42AA-B37B-61776CA9D30E}" type="presOf" srcId="{C6F5218D-8561-4411-9219-82A422D34751}" destId="{EA221184-4D41-4416-8470-F1F795CBCA33}" srcOrd="0" destOrd="0" presId="urn:microsoft.com/office/officeart/2005/8/layout/vList2"/>
    <dgm:cxn modelId="{201E54C8-F8A9-404B-A43A-D0B221B63BD3}" srcId="{E11E33F2-1860-44A8-88B6-C64D47544D8C}" destId="{C6F5218D-8561-4411-9219-82A422D34751}" srcOrd="0" destOrd="0" parTransId="{5B25A265-D09D-47BE-99F2-F1E27C9930E7}" sibTransId="{654F9980-24F1-4A5E-919C-45B26F88978F}"/>
    <dgm:cxn modelId="{97355FFD-06DE-408A-BF14-1BB5C0CA0C55}" type="presParOf" srcId="{CCED1B4B-4949-473B-8B23-EC291F4BCCAE}" destId="{EA221184-4D41-4416-8470-F1F795CBCA33}" srcOrd="0" destOrd="0" presId="urn:microsoft.com/office/officeart/2005/8/layout/vList2"/>
    <dgm:cxn modelId="{65C786C9-F027-49A8-A1FC-C000A02BECD9}" type="presParOf" srcId="{CCED1B4B-4949-473B-8B23-EC291F4BCCAE}" destId="{1651247C-0B4A-4A37-B8F1-3A3889FD9ACB}" srcOrd="1" destOrd="0" presId="urn:microsoft.com/office/officeart/2005/8/layout/vList2"/>
    <dgm:cxn modelId="{0522EE13-1800-4AAC-BE76-30EAEBEE65D1}" type="presParOf" srcId="{CCED1B4B-4949-473B-8B23-EC291F4BCCAE}" destId="{C2453996-27B4-4F53-B1E7-49B985EF6C2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F1CCA-C44A-4351-AA5C-68522E333D74}">
      <dsp:nvSpPr>
        <dsp:cNvPr id="0" name=""/>
        <dsp:cNvSpPr/>
      </dsp:nvSpPr>
      <dsp:spPr>
        <a:xfrm>
          <a:off x="0" y="450453"/>
          <a:ext cx="2464593" cy="345043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Overview of Kimberly-Clark’s transformation journey</a:t>
          </a:r>
        </a:p>
      </dsp:txBody>
      <dsp:txXfrm>
        <a:off x="0" y="1761617"/>
        <a:ext cx="2464593" cy="2070258"/>
      </dsp:txXfrm>
    </dsp:sp>
    <dsp:sp modelId="{2581F2BD-C902-42FF-A1AD-CB2A0322FC70}">
      <dsp:nvSpPr>
        <dsp:cNvPr id="0" name=""/>
        <dsp:cNvSpPr/>
      </dsp:nvSpPr>
      <dsp:spPr>
        <a:xfrm>
          <a:off x="714732" y="795496"/>
          <a:ext cx="1035129" cy="103512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6323" y="947087"/>
        <a:ext cx="731947" cy="731947"/>
      </dsp:txXfrm>
    </dsp:sp>
    <dsp:sp modelId="{4246FD09-0B24-443A-B12F-5A38CE9101AA}">
      <dsp:nvSpPr>
        <dsp:cNvPr id="0" name=""/>
        <dsp:cNvSpPr/>
      </dsp:nvSpPr>
      <dsp:spPr>
        <a:xfrm>
          <a:off x="0" y="3900812"/>
          <a:ext cx="2464593" cy="72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587AE-7A59-4935-ACDC-F24F31CA8BA1}">
      <dsp:nvSpPr>
        <dsp:cNvPr id="0" name=""/>
        <dsp:cNvSpPr/>
      </dsp:nvSpPr>
      <dsp:spPr>
        <a:xfrm>
          <a:off x="2711053" y="450453"/>
          <a:ext cx="2464593" cy="3450431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Key strategic pillars: Innovation, Efficiency, Digital Integration</a:t>
          </a:r>
        </a:p>
      </dsp:txBody>
      <dsp:txXfrm>
        <a:off x="2711053" y="1761617"/>
        <a:ext cx="2464593" cy="2070258"/>
      </dsp:txXfrm>
    </dsp:sp>
    <dsp:sp modelId="{C3ECB86A-B00C-4F19-89EC-6E5DD41BFE3D}">
      <dsp:nvSpPr>
        <dsp:cNvPr id="0" name=""/>
        <dsp:cNvSpPr/>
      </dsp:nvSpPr>
      <dsp:spPr>
        <a:xfrm>
          <a:off x="3425785" y="795496"/>
          <a:ext cx="1035129" cy="1035129"/>
        </a:xfrm>
        <a:prstGeom prst="ellips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77376" y="947087"/>
        <a:ext cx="731947" cy="731947"/>
      </dsp:txXfrm>
    </dsp:sp>
    <dsp:sp modelId="{D8F948D4-DFC6-4D78-B069-AF2DBF08D7C4}">
      <dsp:nvSpPr>
        <dsp:cNvPr id="0" name=""/>
        <dsp:cNvSpPr/>
      </dsp:nvSpPr>
      <dsp:spPr>
        <a:xfrm>
          <a:off x="2711053" y="3900812"/>
          <a:ext cx="2464593" cy="72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C30A7-E900-4B31-9682-CFADDFF3F890}">
      <dsp:nvSpPr>
        <dsp:cNvPr id="0" name=""/>
        <dsp:cNvSpPr/>
      </dsp:nvSpPr>
      <dsp:spPr>
        <a:xfrm>
          <a:off x="5422106" y="450453"/>
          <a:ext cx="2464593" cy="3450431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2149" tIns="330200" rIns="192149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Purpose: Inform, align, and inspire stakeholders</a:t>
          </a:r>
        </a:p>
      </dsp:txBody>
      <dsp:txXfrm>
        <a:off x="5422106" y="1761617"/>
        <a:ext cx="2464593" cy="2070258"/>
      </dsp:txXfrm>
    </dsp:sp>
    <dsp:sp modelId="{20F7E6EF-F596-47B6-B799-10BFDF165BB8}">
      <dsp:nvSpPr>
        <dsp:cNvPr id="0" name=""/>
        <dsp:cNvSpPr/>
      </dsp:nvSpPr>
      <dsp:spPr>
        <a:xfrm>
          <a:off x="6136838" y="795496"/>
          <a:ext cx="1035129" cy="1035129"/>
        </a:xfrm>
        <a:prstGeom prst="ellips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703" tIns="12700" rIns="80703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88429" y="947087"/>
        <a:ext cx="731947" cy="731947"/>
      </dsp:txXfrm>
    </dsp:sp>
    <dsp:sp modelId="{D0658D2A-A1C7-45E9-B59C-7D928689CDB5}">
      <dsp:nvSpPr>
        <dsp:cNvPr id="0" name=""/>
        <dsp:cNvSpPr/>
      </dsp:nvSpPr>
      <dsp:spPr>
        <a:xfrm>
          <a:off x="5422106" y="3900812"/>
          <a:ext cx="2464593" cy="7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8303F0-8686-410A-9B3C-EACBDB292195}">
      <dsp:nvSpPr>
        <dsp:cNvPr id="0" name=""/>
        <dsp:cNvSpPr/>
      </dsp:nvSpPr>
      <dsp:spPr>
        <a:xfrm>
          <a:off x="1280650" y="1322706"/>
          <a:ext cx="705017" cy="70501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290894-EEA4-46C7-85A3-2498AAF5F616}">
      <dsp:nvSpPr>
        <dsp:cNvPr id="0" name=""/>
        <dsp:cNvSpPr/>
      </dsp:nvSpPr>
      <dsp:spPr>
        <a:xfrm>
          <a:off x="1428704" y="1470759"/>
          <a:ext cx="408910" cy="4089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8063D-3811-49FB-9336-AA8B806695A9}">
      <dsp:nvSpPr>
        <dsp:cNvPr id="0" name=""/>
        <dsp:cNvSpPr/>
      </dsp:nvSpPr>
      <dsp:spPr>
        <a:xfrm>
          <a:off x="2136743" y="1322706"/>
          <a:ext cx="1661826" cy="705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Global presence and brand portfolio (Huggies, Kleenex, Cottonelle)</a:t>
          </a:r>
        </a:p>
      </dsp:txBody>
      <dsp:txXfrm>
        <a:off x="2136743" y="1322706"/>
        <a:ext cx="1661826" cy="705017"/>
      </dsp:txXfrm>
    </dsp:sp>
    <dsp:sp modelId="{AE427BE5-3033-492C-93A6-EDD72D945825}">
      <dsp:nvSpPr>
        <dsp:cNvPr id="0" name=""/>
        <dsp:cNvSpPr/>
      </dsp:nvSpPr>
      <dsp:spPr>
        <a:xfrm>
          <a:off x="4088130" y="1322706"/>
          <a:ext cx="705017" cy="70501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8B27D0-8C21-4EF7-88D5-89F8C971F451}">
      <dsp:nvSpPr>
        <dsp:cNvPr id="0" name=""/>
        <dsp:cNvSpPr/>
      </dsp:nvSpPr>
      <dsp:spPr>
        <a:xfrm>
          <a:off x="4236183" y="1470759"/>
          <a:ext cx="408910" cy="4089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E3C265-E6C1-42C1-B433-793B23979560}">
      <dsp:nvSpPr>
        <dsp:cNvPr id="0" name=""/>
        <dsp:cNvSpPr/>
      </dsp:nvSpPr>
      <dsp:spPr>
        <a:xfrm>
          <a:off x="4944222" y="1322706"/>
          <a:ext cx="1661826" cy="705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Financial highlights (2025 performance, dividend yield, market position)</a:t>
          </a:r>
        </a:p>
      </dsp:txBody>
      <dsp:txXfrm>
        <a:off x="4944222" y="1322706"/>
        <a:ext cx="1661826" cy="705017"/>
      </dsp:txXfrm>
    </dsp:sp>
    <dsp:sp modelId="{944277EF-38C4-4879-8A4B-0F6926FFF297}">
      <dsp:nvSpPr>
        <dsp:cNvPr id="0" name=""/>
        <dsp:cNvSpPr/>
      </dsp:nvSpPr>
      <dsp:spPr>
        <a:xfrm>
          <a:off x="1280650" y="2323614"/>
          <a:ext cx="705017" cy="70501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302BEF-DDD9-4EAB-930D-E7DE4C0809DD}">
      <dsp:nvSpPr>
        <dsp:cNvPr id="0" name=""/>
        <dsp:cNvSpPr/>
      </dsp:nvSpPr>
      <dsp:spPr>
        <a:xfrm>
          <a:off x="1428704" y="2471668"/>
          <a:ext cx="408910" cy="4089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D94FE-C4CE-4444-BC33-72764F97605B}">
      <dsp:nvSpPr>
        <dsp:cNvPr id="0" name=""/>
        <dsp:cNvSpPr/>
      </dsp:nvSpPr>
      <dsp:spPr>
        <a:xfrm>
          <a:off x="2136743" y="2323614"/>
          <a:ext cx="1661826" cy="705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Strategic importance of transformation</a:t>
          </a:r>
        </a:p>
      </dsp:txBody>
      <dsp:txXfrm>
        <a:off x="2136743" y="2323614"/>
        <a:ext cx="1661826" cy="7050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5E04DA-EE53-4C89-B5F3-5ED6E1F14E4A}">
      <dsp:nvSpPr>
        <dsp:cNvPr id="0" name=""/>
        <dsp:cNvSpPr/>
      </dsp:nvSpPr>
      <dsp:spPr>
        <a:xfrm>
          <a:off x="145153" y="800136"/>
          <a:ext cx="1005669" cy="10056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27815F-0241-49FE-AE18-FFA383C9F5DA}">
      <dsp:nvSpPr>
        <dsp:cNvPr id="0" name=""/>
        <dsp:cNvSpPr/>
      </dsp:nvSpPr>
      <dsp:spPr>
        <a:xfrm>
          <a:off x="356344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E9A55-AF4F-474E-92E2-56FB5E1EE261}">
      <dsp:nvSpPr>
        <dsp:cNvPr id="0" name=""/>
        <dsp:cNvSpPr/>
      </dsp:nvSpPr>
      <dsp:spPr>
        <a:xfrm>
          <a:off x="1366323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Launched in 2024</a:t>
          </a:r>
        </a:p>
      </dsp:txBody>
      <dsp:txXfrm>
        <a:off x="1366323" y="800136"/>
        <a:ext cx="2370505" cy="1005669"/>
      </dsp:txXfrm>
    </dsp:sp>
    <dsp:sp modelId="{020BDB6A-4AC2-4C0E-9C24-62D436D194CF}">
      <dsp:nvSpPr>
        <dsp:cNvPr id="0" name=""/>
        <dsp:cNvSpPr/>
      </dsp:nvSpPr>
      <dsp:spPr>
        <a:xfrm>
          <a:off x="4149871" y="800136"/>
          <a:ext cx="1005669" cy="10056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57B665-E845-402C-8C38-6A37A3D6BB29}">
      <dsp:nvSpPr>
        <dsp:cNvPr id="0" name=""/>
        <dsp:cNvSpPr/>
      </dsp:nvSpPr>
      <dsp:spPr>
        <a:xfrm>
          <a:off x="4361061" y="1011326"/>
          <a:ext cx="583288" cy="5832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CD033-602D-4C60-B6CF-E0519530C6A9}">
      <dsp:nvSpPr>
        <dsp:cNvPr id="0" name=""/>
        <dsp:cNvSpPr/>
      </dsp:nvSpPr>
      <dsp:spPr>
        <a:xfrm>
          <a:off x="5371040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Focus: Innovation-led growth, product mix optimization, operational efficiency</a:t>
          </a:r>
        </a:p>
      </dsp:txBody>
      <dsp:txXfrm>
        <a:off x="5371040" y="800136"/>
        <a:ext cx="2370505" cy="1005669"/>
      </dsp:txXfrm>
    </dsp:sp>
    <dsp:sp modelId="{F24698AF-5F67-428A-80F5-45036CEEBB4C}">
      <dsp:nvSpPr>
        <dsp:cNvPr id="0" name=""/>
        <dsp:cNvSpPr/>
      </dsp:nvSpPr>
      <dsp:spPr>
        <a:xfrm>
          <a:off x="145153" y="2545532"/>
          <a:ext cx="1005669" cy="10056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64E03E-22F3-49E6-A7E1-0E864DC1ACAC}">
      <dsp:nvSpPr>
        <dsp:cNvPr id="0" name=""/>
        <dsp:cNvSpPr/>
      </dsp:nvSpPr>
      <dsp:spPr>
        <a:xfrm>
          <a:off x="356344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0ADEB-4291-4CF2-9AFA-A77D9D9CD9B3}">
      <dsp:nvSpPr>
        <dsp:cNvPr id="0" name=""/>
        <dsp:cNvSpPr/>
      </dsp:nvSpPr>
      <dsp:spPr>
        <a:xfrm>
          <a:off x="1366323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Reorganization into three powerhouse segments</a:t>
          </a:r>
        </a:p>
      </dsp:txBody>
      <dsp:txXfrm>
        <a:off x="1366323" y="2545532"/>
        <a:ext cx="2370505" cy="1005669"/>
      </dsp:txXfrm>
    </dsp:sp>
    <dsp:sp modelId="{C2A6A9DC-35CE-472C-B1CA-D0CACEABA767}">
      <dsp:nvSpPr>
        <dsp:cNvPr id="0" name=""/>
        <dsp:cNvSpPr/>
      </dsp:nvSpPr>
      <dsp:spPr>
        <a:xfrm>
          <a:off x="4149871" y="2545532"/>
          <a:ext cx="1005669" cy="1005669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0FF143-6FAA-4828-AD21-5FAAC92D073C}">
      <dsp:nvSpPr>
        <dsp:cNvPr id="0" name=""/>
        <dsp:cNvSpPr/>
      </dsp:nvSpPr>
      <dsp:spPr>
        <a:xfrm>
          <a:off x="4361061" y="2756723"/>
          <a:ext cx="583288" cy="58328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C64C84-0029-4FE2-A865-F5D906BD7787}">
      <dsp:nvSpPr>
        <dsp:cNvPr id="0" name=""/>
        <dsp:cNvSpPr/>
      </dsp:nvSpPr>
      <dsp:spPr>
        <a:xfrm>
          <a:off x="5371040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Investment in brand and capability development</a:t>
          </a:r>
        </a:p>
      </dsp:txBody>
      <dsp:txXfrm>
        <a:off x="5371040" y="2545532"/>
        <a:ext cx="2370505" cy="10056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B8E07E-AC7C-4360-A407-9A03F282DF95}">
      <dsp:nvSpPr>
        <dsp:cNvPr id="0" name=""/>
        <dsp:cNvSpPr/>
      </dsp:nvSpPr>
      <dsp:spPr>
        <a:xfrm>
          <a:off x="0" y="711549"/>
          <a:ext cx="7886700" cy="6715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Role of SAP BW in analytics and decision-making</a:t>
          </a:r>
        </a:p>
      </dsp:txBody>
      <dsp:txXfrm>
        <a:off x="32784" y="744333"/>
        <a:ext cx="7821132" cy="606012"/>
      </dsp:txXfrm>
    </dsp:sp>
    <dsp:sp modelId="{EDC51477-6F28-4D55-85F9-560464803A4B}">
      <dsp:nvSpPr>
        <dsp:cNvPr id="0" name=""/>
        <dsp:cNvSpPr/>
      </dsp:nvSpPr>
      <dsp:spPr>
        <a:xfrm>
          <a:off x="0" y="1463769"/>
          <a:ext cx="7886700" cy="67158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Harmonization of data across segments</a:t>
          </a:r>
        </a:p>
      </dsp:txBody>
      <dsp:txXfrm>
        <a:off x="32784" y="1496553"/>
        <a:ext cx="7821132" cy="606012"/>
      </dsp:txXfrm>
    </dsp:sp>
    <dsp:sp modelId="{251B1B69-4A6B-467A-B342-33EFE7D3E3ED}">
      <dsp:nvSpPr>
        <dsp:cNvPr id="0" name=""/>
        <dsp:cNvSpPr/>
      </dsp:nvSpPr>
      <dsp:spPr>
        <a:xfrm>
          <a:off x="0" y="2215989"/>
          <a:ext cx="7886700" cy="67158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Real-time reporting for strategic KPIs</a:t>
          </a:r>
        </a:p>
      </dsp:txBody>
      <dsp:txXfrm>
        <a:off x="32784" y="2248773"/>
        <a:ext cx="7821132" cy="606012"/>
      </dsp:txXfrm>
    </dsp:sp>
    <dsp:sp modelId="{54CE8194-701D-4E86-96E7-A48FEDDAED78}">
      <dsp:nvSpPr>
        <dsp:cNvPr id="0" name=""/>
        <dsp:cNvSpPr/>
      </dsp:nvSpPr>
      <dsp:spPr>
        <a:xfrm>
          <a:off x="0" y="2968209"/>
          <a:ext cx="7886700" cy="67158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Your role: Driving insights and performance metrics</a:t>
          </a:r>
        </a:p>
      </dsp:txBody>
      <dsp:txXfrm>
        <a:off x="32784" y="3000993"/>
        <a:ext cx="7821132" cy="6060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3CEC87-52D1-43FE-8607-D8B16E9E8182}">
      <dsp:nvSpPr>
        <dsp:cNvPr id="0" name=""/>
        <dsp:cNvSpPr/>
      </dsp:nvSpPr>
      <dsp:spPr>
        <a:xfrm>
          <a:off x="0" y="111518"/>
          <a:ext cx="7886700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Corporate Level: Vision, Sustainability and ESG goals</a:t>
          </a:r>
        </a:p>
      </dsp:txBody>
      <dsp:txXfrm>
        <a:off x="64083" y="175601"/>
        <a:ext cx="7758534" cy="1184574"/>
      </dsp:txXfrm>
    </dsp:sp>
    <dsp:sp modelId="{FC211900-F7DB-4243-B1AC-618FC5BEFDBB}">
      <dsp:nvSpPr>
        <dsp:cNvPr id="0" name=""/>
        <dsp:cNvSpPr/>
      </dsp:nvSpPr>
      <dsp:spPr>
        <a:xfrm>
          <a:off x="0" y="1519299"/>
          <a:ext cx="7886700" cy="13127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Business Unit Level: Segment-specific strategies, Regional adaptations</a:t>
          </a:r>
        </a:p>
      </dsp:txBody>
      <dsp:txXfrm>
        <a:off x="64083" y="1583382"/>
        <a:ext cx="7758534" cy="1184574"/>
      </dsp:txXfrm>
    </dsp:sp>
    <dsp:sp modelId="{DB938F1E-9703-485A-B929-562D9DE9E505}">
      <dsp:nvSpPr>
        <dsp:cNvPr id="0" name=""/>
        <dsp:cNvSpPr/>
      </dsp:nvSpPr>
      <dsp:spPr>
        <a:xfrm>
          <a:off x="0" y="2927079"/>
          <a:ext cx="7886700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Functional Level: IT (S/4HANA), Finance (cost control), Marketing (digital campaigns)</a:t>
          </a:r>
        </a:p>
      </dsp:txBody>
      <dsp:txXfrm>
        <a:off x="64083" y="2991162"/>
        <a:ext cx="7758534" cy="11845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0B5BA-6377-4CC5-9BA1-9C0C2A8B9F0B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C06D1-CD51-42B3-9C75-E324E4C88C88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CC669B-27F9-4D43-A156-8B8920A820E0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Automation of transport management</a:t>
          </a:r>
        </a:p>
      </dsp:txBody>
      <dsp:txXfrm>
        <a:off x="1339618" y="2288"/>
        <a:ext cx="3433549" cy="1159843"/>
      </dsp:txXfrm>
    </dsp:sp>
    <dsp:sp modelId="{9DDAFA36-9619-4B7D-83CC-C2AC8A05959E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670AB5-8CE7-42F8-B3CA-2CC71228A59D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95B65-4C6F-4EDB-8D53-3BBE9AFEFCD3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Intelligent sequencing and orchestration</a:t>
          </a:r>
        </a:p>
      </dsp:txBody>
      <dsp:txXfrm>
        <a:off x="1339618" y="1452092"/>
        <a:ext cx="3433549" cy="1159843"/>
      </dsp:txXfrm>
    </dsp:sp>
    <dsp:sp modelId="{FF9F4DB3-475E-470A-9C23-31A73AE8319C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5E98D3-6239-4E2B-9921-64D33F304338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9D795-F336-4760-9906-A35CE0680E43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DevSecOps mindset for continuous delivery</a:t>
          </a:r>
        </a:p>
      </dsp:txBody>
      <dsp:txXfrm>
        <a:off x="1339618" y="2901896"/>
        <a:ext cx="3433549" cy="1159843"/>
      </dsp:txXfrm>
    </dsp:sp>
    <dsp:sp modelId="{2A992E8E-02DF-4D80-AD15-EE787A800083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8E1328-2E8C-4063-8BCA-147011B8ED70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263B2-9648-4B84-9C70-3B91289D6A08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Risk mitigation strategies</a:t>
          </a:r>
        </a:p>
      </dsp:txBody>
      <dsp:txXfrm>
        <a:off x="1339618" y="4351700"/>
        <a:ext cx="3433549" cy="115984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46AEC5-1EA2-4796-96C9-7843CD7F06E6}">
      <dsp:nvSpPr>
        <dsp:cNvPr id="0" name=""/>
        <dsp:cNvSpPr/>
      </dsp:nvSpPr>
      <dsp:spPr>
        <a:xfrm>
          <a:off x="0" y="2288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C5DA71-76D5-465A-8B08-07271301ABD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5F0D7-D760-45F5-A938-49F6C90889CC}">
      <dsp:nvSpPr>
        <dsp:cNvPr id="0" name=""/>
        <dsp:cNvSpPr/>
      </dsp:nvSpPr>
      <dsp:spPr>
        <a:xfrm>
          <a:off x="1339618" y="2288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Continue investing in automation and analytics</a:t>
          </a:r>
        </a:p>
      </dsp:txBody>
      <dsp:txXfrm>
        <a:off x="1339618" y="2288"/>
        <a:ext cx="3433549" cy="1159843"/>
      </dsp:txXfrm>
    </dsp:sp>
    <dsp:sp modelId="{52DFADF8-43AF-4CF0-830C-5A663B2F69A7}">
      <dsp:nvSpPr>
        <dsp:cNvPr id="0" name=""/>
        <dsp:cNvSpPr/>
      </dsp:nvSpPr>
      <dsp:spPr>
        <a:xfrm>
          <a:off x="0" y="1452092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4487A-98FC-4751-B0E7-FF9C11BDFD2B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186344-4768-45C6-866E-D458A24FD093}">
      <dsp:nvSpPr>
        <dsp:cNvPr id="0" name=""/>
        <dsp:cNvSpPr/>
      </dsp:nvSpPr>
      <dsp:spPr>
        <a:xfrm>
          <a:off x="1339618" y="1452092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Strengthen cross-functional collaboration</a:t>
          </a:r>
        </a:p>
      </dsp:txBody>
      <dsp:txXfrm>
        <a:off x="1339618" y="1452092"/>
        <a:ext cx="3433549" cy="1159843"/>
      </dsp:txXfrm>
    </dsp:sp>
    <dsp:sp modelId="{1DE30E8F-3085-42F4-8C44-589D0FED5C2E}">
      <dsp:nvSpPr>
        <dsp:cNvPr id="0" name=""/>
        <dsp:cNvSpPr/>
      </dsp:nvSpPr>
      <dsp:spPr>
        <a:xfrm>
          <a:off x="0" y="2901896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664BFD-121F-4BDE-AD19-83DF14073E19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9C1BA9-2B5D-4355-8B26-6C07346A53AA}">
      <dsp:nvSpPr>
        <dsp:cNvPr id="0" name=""/>
        <dsp:cNvSpPr/>
      </dsp:nvSpPr>
      <dsp:spPr>
        <a:xfrm>
          <a:off x="1339618" y="2901896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Monitor financial health and market dynamics</a:t>
          </a:r>
        </a:p>
      </dsp:txBody>
      <dsp:txXfrm>
        <a:off x="1339618" y="2901896"/>
        <a:ext cx="3433549" cy="1159843"/>
      </dsp:txXfrm>
    </dsp:sp>
    <dsp:sp modelId="{4916BF2B-17D0-4892-9499-93EB6B053BAA}">
      <dsp:nvSpPr>
        <dsp:cNvPr id="0" name=""/>
        <dsp:cNvSpPr/>
      </dsp:nvSpPr>
      <dsp:spPr>
        <a:xfrm>
          <a:off x="0" y="4351700"/>
          <a:ext cx="4773168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83C245-4601-4017-AE74-D42E623B806C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1AA6D-883F-44D1-A597-B8F96AF55687}">
      <dsp:nvSpPr>
        <dsp:cNvPr id="0" name=""/>
        <dsp:cNvSpPr/>
      </dsp:nvSpPr>
      <dsp:spPr>
        <a:xfrm>
          <a:off x="1339618" y="4351700"/>
          <a:ext cx="3433549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Leverage SAP BW for predictive insights</a:t>
          </a:r>
        </a:p>
      </dsp:txBody>
      <dsp:txXfrm>
        <a:off x="1339618" y="4351700"/>
        <a:ext cx="3433549" cy="11598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CC4879-F896-48A4-A850-8EA2AED2BEFF}">
      <dsp:nvSpPr>
        <dsp:cNvPr id="0" name=""/>
        <dsp:cNvSpPr/>
      </dsp:nvSpPr>
      <dsp:spPr>
        <a:xfrm>
          <a:off x="1009170" y="2089"/>
          <a:ext cx="2754826" cy="165289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Kimberly-Clark is well-positioned for future growth</a:t>
          </a:r>
        </a:p>
      </dsp:txBody>
      <dsp:txXfrm>
        <a:off x="1009170" y="2089"/>
        <a:ext cx="2754826" cy="1652895"/>
      </dsp:txXfrm>
    </dsp:sp>
    <dsp:sp modelId="{6AEA3E67-433E-4CCF-AA17-C3B2696EC37D}">
      <dsp:nvSpPr>
        <dsp:cNvPr id="0" name=""/>
        <dsp:cNvSpPr/>
      </dsp:nvSpPr>
      <dsp:spPr>
        <a:xfrm>
          <a:off x="1009170" y="1930468"/>
          <a:ext cx="2754826" cy="165289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Strategic alignment across levels ensures resilience</a:t>
          </a:r>
        </a:p>
      </dsp:txBody>
      <dsp:txXfrm>
        <a:off x="1009170" y="1930468"/>
        <a:ext cx="2754826" cy="1652895"/>
      </dsp:txXfrm>
    </dsp:sp>
    <dsp:sp modelId="{7C3E4931-719A-47A6-BEFA-890A02E8193D}">
      <dsp:nvSpPr>
        <dsp:cNvPr id="0" name=""/>
        <dsp:cNvSpPr/>
      </dsp:nvSpPr>
      <dsp:spPr>
        <a:xfrm>
          <a:off x="1009170" y="3858846"/>
          <a:ext cx="2754826" cy="165289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Digital transformation is a key enabler</a:t>
          </a:r>
        </a:p>
      </dsp:txBody>
      <dsp:txXfrm>
        <a:off x="1009170" y="3858846"/>
        <a:ext cx="2754826" cy="165289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21184-4D41-4416-8470-F1F795CBCA33}">
      <dsp:nvSpPr>
        <dsp:cNvPr id="0" name=""/>
        <dsp:cNvSpPr/>
      </dsp:nvSpPr>
      <dsp:spPr>
        <a:xfrm>
          <a:off x="0" y="499715"/>
          <a:ext cx="4773168" cy="2199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We welcome your feedback and collaboration</a:t>
          </a:r>
        </a:p>
      </dsp:txBody>
      <dsp:txXfrm>
        <a:off x="107376" y="607091"/>
        <a:ext cx="4558416" cy="1984848"/>
      </dsp:txXfrm>
    </dsp:sp>
    <dsp:sp modelId="{C2453996-27B4-4F53-B1E7-49B985EF6C2A}">
      <dsp:nvSpPr>
        <dsp:cNvPr id="0" name=""/>
        <dsp:cNvSpPr/>
      </dsp:nvSpPr>
      <dsp:spPr>
        <a:xfrm>
          <a:off x="0" y="2814516"/>
          <a:ext cx="4773168" cy="219960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Let’s explore how we can drive further success together</a:t>
          </a:r>
        </a:p>
      </dsp:txBody>
      <dsp:txXfrm>
        <a:off x="107376" y="2921892"/>
        <a:ext cx="4558416" cy="19848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MY" sz="3500">
                <a:solidFill>
                  <a:schemeClr val="tx2"/>
                </a:solidFill>
              </a:rPr>
              <a:t>Kimberly-Clark’s Strategic Evolution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300">
                <a:solidFill>
                  <a:schemeClr val="tx2"/>
                </a:solidFill>
              </a:rPr>
              <a:t>Powering Care Through Innovation and Integration</a:t>
            </a:r>
          </a:p>
          <a:p>
            <a:pPr algn="l">
              <a:lnSpc>
                <a:spcPct val="90000"/>
              </a:lnSpc>
            </a:pPr>
            <a:r>
              <a:rPr lang="en-US" sz="1300">
                <a:solidFill>
                  <a:schemeClr val="tx2"/>
                </a:solidFill>
              </a:rPr>
              <a:t>Amirun Fadzli, Regional Principal Reporting Analyst</a:t>
            </a:r>
          </a:p>
        </p:txBody>
      </p:sp>
      <p:pic>
        <p:nvPicPr>
          <p:cNvPr id="7" name="Graphic 6" descr="Bullseye">
            <a:extLst>
              <a:ext uri="{FF2B5EF4-FFF2-40B4-BE49-F238E27FC236}">
                <a16:creationId xmlns:a16="http://schemas.microsoft.com/office/drawing/2014/main" id="{0896D698-6F03-1E63-96F3-053201E73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6F0166-F41D-7E89-17DE-698820B0503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0712" r="287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Executive Summary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180A83-3464-720A-E01D-DB5C39A250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38169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DF662E-2900-C1B5-F089-2B4978BE02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1334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Company Snapshot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6C9AF8-3709-61B8-19E8-E8E34532A7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0191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620ED9-7673-2CCF-D534-85E6A95666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Powering Care Strategy Overview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837E4979-5C91-5EF7-8DE8-8FD294905C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4301213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ck numbers on a digital display">
            <a:extLst>
              <a:ext uri="{FF2B5EF4-FFF2-40B4-BE49-F238E27FC236}">
                <a16:creationId xmlns:a16="http://schemas.microsoft.com/office/drawing/2014/main" id="{F088AB55-6D5A-F10F-11DF-EA2083AF45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4081" r="8252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Digital Transformation with SAP S/4HANA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t>Legacy ECC system challenges</a:t>
            </a:r>
          </a:p>
          <a:p>
            <a:r>
              <a:t>Goals: Reduce technical debt, minimize downtime, accelerate development</a:t>
            </a:r>
          </a:p>
          <a:p>
            <a:r>
              <a:t>Integration of ActiveControl for DevSecOps automation</a:t>
            </a:r>
          </a:p>
          <a:p>
            <a:r>
              <a:t>Downtime reduced from 18 hours to 5–6 hours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6D2251C-5C1C-7BBA-F11B-4BDBD792F17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2324" r="8675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SAP BW &amp; Reporting Enhancements</a:t>
            </a:r>
            <a:endParaRPr lang="en-MY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83885E-44A2-85B1-61FC-3B74E2651E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898094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C267143-15B0-9DFC-1947-AA07108B1A0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Multi-Level Strategy Breakdown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F09C49-7DF8-BD34-D05C-7F0198DCD9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77106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MY" sz="3500"/>
              <a:t>Operational Efficiency &amp; Risk Management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36ADE1E-1B7E-61F5-622F-446F0D5EA2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2631903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t>Financial Health &amp; Market Impact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775" y="2198362"/>
            <a:ext cx="3719225" cy="3917773"/>
          </a:xfrm>
        </p:spPr>
        <p:txBody>
          <a:bodyPr>
            <a:normAutofit/>
          </a:bodyPr>
          <a:lstStyle/>
          <a:p>
            <a:r>
              <a:rPr lang="en-US" sz="1700"/>
              <a:t>Dividend aristocrat status</a:t>
            </a:r>
          </a:p>
          <a:p>
            <a:r>
              <a:rPr lang="en-US" sz="1700"/>
              <a:t>Organic growth vs. hyperinflationary market impact</a:t>
            </a:r>
          </a:p>
          <a:p>
            <a:r>
              <a:rPr lang="en-US" sz="1700"/>
              <a:t>Margin pressures and cost dynamics</a:t>
            </a:r>
          </a:p>
          <a:p>
            <a:r>
              <a:rPr lang="en-US" sz="1700"/>
              <a:t>Investor sentiment and stock performance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915697"/>
              </p:ext>
            </p:extLst>
          </p:nvPr>
        </p:nvGraphicFramePr>
        <p:xfrm>
          <a:off x="5039525" y="2184914"/>
          <a:ext cx="3591379" cy="3755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8824632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5" y="609597"/>
            <a:ext cx="7044316" cy="1330841"/>
          </a:xfrm>
        </p:spPr>
        <p:txBody>
          <a:bodyPr>
            <a:normAutofit/>
          </a:bodyPr>
          <a:lstStyle/>
          <a:p>
            <a:r>
              <a:t>Sustainability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775" y="2198362"/>
            <a:ext cx="3719225" cy="3917773"/>
          </a:xfrm>
        </p:spPr>
        <p:txBody>
          <a:bodyPr>
            <a:normAutofit/>
          </a:bodyPr>
          <a:lstStyle/>
          <a:p>
            <a:r>
              <a:rPr lang="en-US" sz="1700"/>
              <a:t>ESG initiatives</a:t>
            </a:r>
          </a:p>
          <a:p>
            <a:r>
              <a:rPr lang="en-US" sz="1700"/>
              <a:t>Product innovation and eco-friendly packaging</a:t>
            </a:r>
          </a:p>
          <a:p>
            <a:r>
              <a:rPr lang="en-US" sz="1700"/>
              <a:t>Long-term value creation</a:t>
            </a:r>
          </a:p>
        </p:txBody>
      </p:sp>
      <p:pic>
        <p:nvPicPr>
          <p:cNvPr id="7" name="Graphic 6" descr="Sustainability">
            <a:extLst>
              <a:ext uri="{FF2B5EF4-FFF2-40B4-BE49-F238E27FC236}">
                <a16:creationId xmlns:a16="http://schemas.microsoft.com/office/drawing/2014/main" id="{42FE98D0-50F3-8F49-2CBF-75F12A844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9525" y="2267182"/>
            <a:ext cx="3591379" cy="3591379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036218" y="6209414"/>
            <a:ext cx="5107781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r>
              <a:rPr lang="en-MY">
                <a:solidFill>
                  <a:schemeClr val="tx1">
                    <a:lumMod val="85000"/>
                    <a:lumOff val="15000"/>
                  </a:schemeClr>
                </a:solidFill>
              </a:rPr>
              <a:t>Challenges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Growth sustainability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Margin pressures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Global scaling of S/4HANA transformation</a:t>
            </a:r>
          </a:p>
          <a:p>
            <a:r>
              <a:rPr lang="en-US" sz="1700">
                <a:solidFill>
                  <a:schemeClr val="tx1">
                    <a:lumMod val="85000"/>
                    <a:lumOff val="15000"/>
                  </a:schemeClr>
                </a:solidFill>
              </a:rPr>
              <a:t>Opportunities in digital and data-driven decision-making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MY" sz="2500"/>
              <a:t>Strategic Recommendations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90581F-3D74-FCB7-20AA-A2236FD776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31262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MY" sz="3500"/>
              <a:t>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907059-0CB7-4914-D14B-42C0ECEDF3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7038810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MY" sz="3500"/>
              <a:t>Q&amp;A / Discussion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832677-2FC7-789B-4826-496EF0FFD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147921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357</Words>
  <Application>Microsoft Office PowerPoint</Application>
  <PresentationFormat>On-screen Show (4:3)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Kimberly-Clark’s Strategic Evolution</vt:lpstr>
      <vt:lpstr>Executive Summary</vt:lpstr>
      <vt:lpstr>Company Snapshot</vt:lpstr>
      <vt:lpstr>Powering Care Strategy Overview</vt:lpstr>
      <vt:lpstr>Digital Transformation with SAP S/4HANA</vt:lpstr>
      <vt:lpstr>SAP BW &amp; Reporting Enhancements</vt:lpstr>
      <vt:lpstr>Multi-Level Strategy Breakdown</vt:lpstr>
      <vt:lpstr>Operational Efficiency &amp; Risk Management</vt:lpstr>
      <vt:lpstr>Financial Health &amp; Market Impact</vt:lpstr>
      <vt:lpstr>Sustainability &amp; Innovation</vt:lpstr>
      <vt:lpstr>Challenges &amp; Opportunities</vt:lpstr>
      <vt:lpstr>Strategic Recommendations</vt:lpstr>
      <vt:lpstr>Conclusion</vt:lpstr>
      <vt:lpstr>Q&amp;A /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Amirun Fadzli</cp:lastModifiedBy>
  <cp:revision>2</cp:revision>
  <dcterms:created xsi:type="dcterms:W3CDTF">2013-01-27T09:14:16Z</dcterms:created>
  <dcterms:modified xsi:type="dcterms:W3CDTF">2025-07-29T15:42:25Z</dcterms:modified>
  <cp:category/>
</cp:coreProperties>
</file>